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16"/>
  </p:notesMasterIdLst>
  <p:handoutMasterIdLst>
    <p:handoutMasterId r:id="rId17"/>
  </p:handoutMasterIdLst>
  <p:sldIdLst>
    <p:sldId id="289" r:id="rId5"/>
    <p:sldId id="329" r:id="rId6"/>
    <p:sldId id="336" r:id="rId7"/>
    <p:sldId id="341" r:id="rId8"/>
    <p:sldId id="351" r:id="rId9"/>
    <p:sldId id="342" r:id="rId10"/>
    <p:sldId id="260" r:id="rId11"/>
    <p:sldId id="262" r:id="rId12"/>
    <p:sldId id="347" r:id="rId13"/>
    <p:sldId id="349" r:id="rId14"/>
    <p:sldId id="348"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guide id="3" orient="horz" pos="3249" userDrawn="1">
          <p15:clr>
            <a:srgbClr val="A4A3A4"/>
          </p15:clr>
        </p15:guide>
        <p15:guide id="4" pos="7068" userDrawn="1">
          <p15:clr>
            <a:srgbClr val="A4A3A4"/>
          </p15:clr>
        </p15:guide>
        <p15:guide id="5" orient="horz" pos="138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97CBE"/>
    <a:srgbClr val="85509A"/>
    <a:srgbClr val="714484"/>
    <a:srgbClr val="0073CF"/>
    <a:srgbClr val="203232"/>
    <a:srgbClr val="30454F"/>
    <a:srgbClr val="1295D8"/>
    <a:srgbClr val="004A5C"/>
    <a:srgbClr val="0093B6"/>
    <a:srgbClr val="00B9E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217F8CF-302C-462D-B561-D9A9FE4EABDA}" v="9" dt="2025-12-01T18:16:55.45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90" d="100"/>
          <a:sy n="90" d="100"/>
        </p:scale>
        <p:origin x="370" y="67"/>
      </p:cViewPr>
      <p:guideLst>
        <p:guide orient="horz" pos="2160"/>
        <p:guide pos="3840"/>
        <p:guide orient="horz" pos="3249"/>
        <p:guide pos="7068"/>
        <p:guide orient="horz" pos="1380"/>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tableStyles" Target="tableStyle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handoutMaster" Target="handoutMasters/handoutMaster1.xml"/><Relationship Id="rId2" Type="http://schemas.openxmlformats.org/officeDocument/2006/relationships/customXml" Target="../customXml/item2.xml"/><Relationship Id="rId16" Type="http://schemas.openxmlformats.org/officeDocument/2006/relationships/notesMaster" Target="notesMasters/notesMaster1.xml"/><Relationship Id="rId20"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10" Type="http://schemas.openxmlformats.org/officeDocument/2006/relationships/slide" Target="slides/slide6.xml"/><Relationship Id="rId19"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microsoft.com/office/2015/10/relationships/revisionInfo" Target="revisionInfo.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898966F2-21A1-4B2B-ADA6-AD0BB447B7CB}"/>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a:extLst>
              <a:ext uri="{FF2B5EF4-FFF2-40B4-BE49-F238E27FC236}">
                <a16:creationId xmlns:a16="http://schemas.microsoft.com/office/drawing/2014/main" id="{751468BB-CDF2-4507-B4EF-7B369D307A4D}"/>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93FAAC3A-BD1F-4A00-9099-74B95789FE00}" type="datetimeFigureOut">
              <a:rPr lang="en-GB" smtClean="0"/>
              <a:pPr/>
              <a:t>06/12/2025</a:t>
            </a:fld>
            <a:endParaRPr lang="en-GB"/>
          </a:p>
        </p:txBody>
      </p:sp>
      <p:sp>
        <p:nvSpPr>
          <p:cNvPr id="4" name="Footer Placeholder 3">
            <a:extLst>
              <a:ext uri="{FF2B5EF4-FFF2-40B4-BE49-F238E27FC236}">
                <a16:creationId xmlns:a16="http://schemas.microsoft.com/office/drawing/2014/main" id="{904BCF7D-6037-48D3-84E5-56B8B0552143}"/>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5" name="Slide Number Placeholder 4">
            <a:extLst>
              <a:ext uri="{FF2B5EF4-FFF2-40B4-BE49-F238E27FC236}">
                <a16:creationId xmlns:a16="http://schemas.microsoft.com/office/drawing/2014/main" id="{D619E732-656C-4BB5-ACCB-1568C5C66DD7}"/>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C29F51D9-0FEB-436E-9280-D6033F603547}" type="slidenum">
              <a:rPr lang="en-GB" smtClean="0"/>
              <a:pPr/>
              <a:t>‹#›</a:t>
            </a:fld>
            <a:endParaRPr lang="en-GB"/>
          </a:p>
        </p:txBody>
      </p:sp>
    </p:spTree>
    <p:extLst>
      <p:ext uri="{BB962C8B-B14F-4D97-AF65-F5344CB8AC3E}">
        <p14:creationId xmlns:p14="http://schemas.microsoft.com/office/powerpoint/2010/main" val="227058406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E359C8A-39F6-4045-9163-4042C4C26B15}" type="datetimeFigureOut">
              <a:rPr lang="en-GB" smtClean="0"/>
              <a:pPr/>
              <a:t>06/12/2025</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0370952-48CC-46D7-9FCD-59FAD40CC025}" type="slidenum">
              <a:rPr lang="en-GB" smtClean="0"/>
              <a:pPr/>
              <a:t>‹#›</a:t>
            </a:fld>
            <a:endParaRPr lang="en-GB"/>
          </a:p>
        </p:txBody>
      </p:sp>
    </p:spTree>
    <p:extLst>
      <p:ext uri="{BB962C8B-B14F-4D97-AF65-F5344CB8AC3E}">
        <p14:creationId xmlns:p14="http://schemas.microsoft.com/office/powerpoint/2010/main" val="301023172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30370952-48CC-46D7-9FCD-59FAD40CC025}" type="slidenum">
              <a:rPr lang="en-GB" smtClean="0"/>
              <a:pPr/>
              <a:t>2</a:t>
            </a:fld>
            <a:endParaRPr lang="en-GB"/>
          </a:p>
        </p:txBody>
      </p:sp>
    </p:spTree>
    <p:extLst>
      <p:ext uri="{BB962C8B-B14F-4D97-AF65-F5344CB8AC3E}">
        <p14:creationId xmlns:p14="http://schemas.microsoft.com/office/powerpoint/2010/main" val="290594140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30370952-48CC-46D7-9FCD-59FAD40CC025}" type="slidenum">
              <a:rPr lang="en-GB" smtClean="0"/>
              <a:pPr/>
              <a:t>3</a:t>
            </a:fld>
            <a:endParaRPr lang="en-GB"/>
          </a:p>
        </p:txBody>
      </p:sp>
    </p:spTree>
    <p:extLst>
      <p:ext uri="{BB962C8B-B14F-4D97-AF65-F5344CB8AC3E}">
        <p14:creationId xmlns:p14="http://schemas.microsoft.com/office/powerpoint/2010/main" val="266798494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 name="PlaceHolder 1"/>
          <p:cNvSpPr>
            <a:spLocks noGrp="1" noRot="1" noChangeAspect="1"/>
          </p:cNvSpPr>
          <p:nvPr>
            <p:ph type="sldImg"/>
          </p:nvPr>
        </p:nvSpPr>
        <p:spPr>
          <a:xfrm>
            <a:off x="685800" y="1143000"/>
            <a:ext cx="5486400" cy="3086100"/>
          </a:xfrm>
          <a:prstGeom prst="rect">
            <a:avLst/>
          </a:prstGeom>
        </p:spPr>
      </p:sp>
      <p:sp>
        <p:nvSpPr>
          <p:cNvPr id="143" name="PlaceHolder 2"/>
          <p:cNvSpPr>
            <a:spLocks noGrp="1"/>
          </p:cNvSpPr>
          <p:nvPr>
            <p:ph type="body"/>
          </p:nvPr>
        </p:nvSpPr>
        <p:spPr>
          <a:xfrm>
            <a:off x="685800" y="4400640"/>
            <a:ext cx="5486040" cy="3600000"/>
          </a:xfrm>
          <a:prstGeom prst="rect">
            <a:avLst/>
          </a:prstGeom>
        </p:spPr>
        <p:txBody>
          <a:bodyPr>
            <a:noAutofit/>
          </a:bodyPr>
          <a:lstStyle/>
          <a:p>
            <a:endParaRPr lang="en-US" sz="2000" b="0" strike="noStrike" spc="-1">
              <a:latin typeface="Arial"/>
            </a:endParaRPr>
          </a:p>
        </p:txBody>
      </p:sp>
      <p:sp>
        <p:nvSpPr>
          <p:cNvPr id="144" name="TextShape 3"/>
          <p:cNvSpPr txBox="1"/>
          <p:nvPr/>
        </p:nvSpPr>
        <p:spPr>
          <a:xfrm>
            <a:off x="3884760" y="8685360"/>
            <a:ext cx="2971440" cy="458280"/>
          </a:xfrm>
          <a:prstGeom prst="rect">
            <a:avLst/>
          </a:prstGeom>
          <a:noFill/>
          <a:ln>
            <a:noFill/>
          </a:ln>
        </p:spPr>
        <p:txBody>
          <a:bodyPr anchor="b">
            <a:noAutofit/>
          </a:bodyPr>
          <a:lstStyle/>
          <a:p>
            <a:pPr algn="r">
              <a:lnSpc>
                <a:spcPct val="100000"/>
              </a:lnSpc>
            </a:pPr>
            <a:fld id="{F2152A03-473D-4693-94B3-2C4A26E4B7E1}" type="slidenum">
              <a:rPr lang="en-GB" sz="1200" b="0" strike="noStrike" spc="-1">
                <a:latin typeface="Times New Roman"/>
              </a:rPr>
              <a:t>7</a:t>
            </a:fld>
            <a:endParaRPr lang="en-US" sz="1200" b="0" strike="noStrike" spc="-1">
              <a:latin typeface="Times New Roman"/>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 name="PlaceHolder 1"/>
          <p:cNvSpPr>
            <a:spLocks noGrp="1" noRot="1" noChangeAspect="1"/>
          </p:cNvSpPr>
          <p:nvPr>
            <p:ph type="sldImg"/>
          </p:nvPr>
        </p:nvSpPr>
        <p:spPr>
          <a:xfrm>
            <a:off x="685800" y="1143000"/>
            <a:ext cx="5486400" cy="3086100"/>
          </a:xfrm>
          <a:prstGeom prst="rect">
            <a:avLst/>
          </a:prstGeom>
        </p:spPr>
      </p:sp>
      <p:sp>
        <p:nvSpPr>
          <p:cNvPr id="149" name="PlaceHolder 2"/>
          <p:cNvSpPr>
            <a:spLocks noGrp="1"/>
          </p:cNvSpPr>
          <p:nvPr>
            <p:ph type="body"/>
          </p:nvPr>
        </p:nvSpPr>
        <p:spPr>
          <a:xfrm>
            <a:off x="685800" y="4400640"/>
            <a:ext cx="5486040" cy="3600000"/>
          </a:xfrm>
          <a:prstGeom prst="rect">
            <a:avLst/>
          </a:prstGeom>
        </p:spPr>
        <p:txBody>
          <a:bodyPr>
            <a:noAutofit/>
          </a:bodyPr>
          <a:lstStyle/>
          <a:p>
            <a:endParaRPr lang="en-US" sz="2000" b="0" strike="noStrike" spc="-1">
              <a:latin typeface="Arial"/>
            </a:endParaRPr>
          </a:p>
        </p:txBody>
      </p:sp>
      <p:sp>
        <p:nvSpPr>
          <p:cNvPr id="150" name="TextShape 3"/>
          <p:cNvSpPr txBox="1"/>
          <p:nvPr/>
        </p:nvSpPr>
        <p:spPr>
          <a:xfrm>
            <a:off x="3884760" y="8685360"/>
            <a:ext cx="2971440" cy="458280"/>
          </a:xfrm>
          <a:prstGeom prst="rect">
            <a:avLst/>
          </a:prstGeom>
          <a:noFill/>
          <a:ln>
            <a:noFill/>
          </a:ln>
        </p:spPr>
        <p:txBody>
          <a:bodyPr anchor="b">
            <a:noAutofit/>
          </a:bodyPr>
          <a:lstStyle/>
          <a:p>
            <a:pPr algn="r">
              <a:lnSpc>
                <a:spcPct val="100000"/>
              </a:lnSpc>
            </a:pPr>
            <a:fld id="{677DA20C-D3E3-4F02-A624-D52A93CA4942}" type="slidenum">
              <a:rPr lang="en-GB" sz="1200" b="0" strike="noStrike" spc="-1">
                <a:latin typeface="Times New Roman"/>
              </a:rPr>
              <a:t>8</a:t>
            </a:fld>
            <a:endParaRPr lang="en-US" sz="1200" b="0" strike="noStrike" spc="-1">
              <a:latin typeface="Times New Roman"/>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F861A5-5021-CEEF-B857-F0DF3FAF26FF}"/>
            </a:ext>
          </a:extLst>
        </p:cNvPr>
        <p:cNvGrpSpPr/>
        <p:nvPr/>
      </p:nvGrpSpPr>
      <p:grpSpPr>
        <a:xfrm>
          <a:off x="0" y="0"/>
          <a:ext cx="0" cy="0"/>
          <a:chOff x="0" y="0"/>
          <a:chExt cx="0" cy="0"/>
        </a:xfrm>
      </p:grpSpPr>
      <p:sp>
        <p:nvSpPr>
          <p:cNvPr id="148" name="PlaceHolder 1">
            <a:extLst>
              <a:ext uri="{FF2B5EF4-FFF2-40B4-BE49-F238E27FC236}">
                <a16:creationId xmlns:a16="http://schemas.microsoft.com/office/drawing/2014/main" id="{9354FDC1-6028-A00F-D0C9-8804359640D7}"/>
              </a:ext>
            </a:extLst>
          </p:cNvPr>
          <p:cNvSpPr>
            <a:spLocks noGrp="1" noRot="1" noChangeAspect="1"/>
          </p:cNvSpPr>
          <p:nvPr>
            <p:ph type="sldImg"/>
          </p:nvPr>
        </p:nvSpPr>
        <p:spPr>
          <a:xfrm>
            <a:off x="685800" y="1143000"/>
            <a:ext cx="5486400" cy="3086100"/>
          </a:xfrm>
          <a:prstGeom prst="rect">
            <a:avLst/>
          </a:prstGeom>
        </p:spPr>
      </p:sp>
      <p:sp>
        <p:nvSpPr>
          <p:cNvPr id="149" name="PlaceHolder 2">
            <a:extLst>
              <a:ext uri="{FF2B5EF4-FFF2-40B4-BE49-F238E27FC236}">
                <a16:creationId xmlns:a16="http://schemas.microsoft.com/office/drawing/2014/main" id="{EF29CB8B-7BD7-5335-59ED-A56730672497}"/>
              </a:ext>
            </a:extLst>
          </p:cNvPr>
          <p:cNvSpPr>
            <a:spLocks noGrp="1"/>
          </p:cNvSpPr>
          <p:nvPr>
            <p:ph type="body"/>
          </p:nvPr>
        </p:nvSpPr>
        <p:spPr>
          <a:xfrm>
            <a:off x="685800" y="4400640"/>
            <a:ext cx="5486040" cy="3600000"/>
          </a:xfrm>
          <a:prstGeom prst="rect">
            <a:avLst/>
          </a:prstGeom>
        </p:spPr>
        <p:txBody>
          <a:bodyPr>
            <a:noAutofit/>
          </a:bodyPr>
          <a:lstStyle/>
          <a:p>
            <a:endParaRPr lang="en-US" sz="2000" b="0" strike="noStrike" spc="-1">
              <a:latin typeface="Arial"/>
            </a:endParaRPr>
          </a:p>
        </p:txBody>
      </p:sp>
      <p:sp>
        <p:nvSpPr>
          <p:cNvPr id="150" name="TextShape 3">
            <a:extLst>
              <a:ext uri="{FF2B5EF4-FFF2-40B4-BE49-F238E27FC236}">
                <a16:creationId xmlns:a16="http://schemas.microsoft.com/office/drawing/2014/main" id="{13924839-40BC-270C-0BBB-5C689941F96E}"/>
              </a:ext>
            </a:extLst>
          </p:cNvPr>
          <p:cNvSpPr txBox="1"/>
          <p:nvPr/>
        </p:nvSpPr>
        <p:spPr>
          <a:xfrm>
            <a:off x="3884760" y="8685360"/>
            <a:ext cx="2971440" cy="458280"/>
          </a:xfrm>
          <a:prstGeom prst="rect">
            <a:avLst/>
          </a:prstGeom>
          <a:noFill/>
          <a:ln>
            <a:noFill/>
          </a:ln>
        </p:spPr>
        <p:txBody>
          <a:bodyPr anchor="b">
            <a:noAutofit/>
          </a:bodyPr>
          <a:lstStyle/>
          <a:p>
            <a:pPr algn="r">
              <a:lnSpc>
                <a:spcPct val="100000"/>
              </a:lnSpc>
            </a:pPr>
            <a:fld id="{677DA20C-D3E3-4F02-A624-D52A93CA4942}" type="slidenum">
              <a:rPr lang="en-GB" sz="1200" b="0" strike="noStrike" spc="-1">
                <a:latin typeface="Times New Roman"/>
              </a:rPr>
              <a:t>9</a:t>
            </a:fld>
            <a:endParaRPr lang="en-US" sz="1200" b="0" strike="noStrike" spc="-1">
              <a:latin typeface="Times New Roman"/>
            </a:endParaRPr>
          </a:p>
        </p:txBody>
      </p:sp>
    </p:spTree>
    <p:extLst>
      <p:ext uri="{BB962C8B-B14F-4D97-AF65-F5344CB8AC3E}">
        <p14:creationId xmlns:p14="http://schemas.microsoft.com/office/powerpoint/2010/main" val="291188777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48E570-EC34-F086-9FF3-80DF424F8ACC}"/>
            </a:ext>
          </a:extLst>
        </p:cNvPr>
        <p:cNvGrpSpPr/>
        <p:nvPr/>
      </p:nvGrpSpPr>
      <p:grpSpPr>
        <a:xfrm>
          <a:off x="0" y="0"/>
          <a:ext cx="0" cy="0"/>
          <a:chOff x="0" y="0"/>
          <a:chExt cx="0" cy="0"/>
        </a:xfrm>
      </p:grpSpPr>
      <p:sp>
        <p:nvSpPr>
          <p:cNvPr id="148" name="PlaceHolder 1">
            <a:extLst>
              <a:ext uri="{FF2B5EF4-FFF2-40B4-BE49-F238E27FC236}">
                <a16:creationId xmlns:a16="http://schemas.microsoft.com/office/drawing/2014/main" id="{5952AF0C-655F-9DE2-9FE9-25C25E54E59D}"/>
              </a:ext>
            </a:extLst>
          </p:cNvPr>
          <p:cNvSpPr>
            <a:spLocks noGrp="1" noRot="1" noChangeAspect="1"/>
          </p:cNvSpPr>
          <p:nvPr>
            <p:ph type="sldImg"/>
          </p:nvPr>
        </p:nvSpPr>
        <p:spPr>
          <a:xfrm>
            <a:off x="685800" y="1143000"/>
            <a:ext cx="5486400" cy="3086100"/>
          </a:xfrm>
          <a:prstGeom prst="rect">
            <a:avLst/>
          </a:prstGeom>
        </p:spPr>
      </p:sp>
      <p:sp>
        <p:nvSpPr>
          <p:cNvPr id="149" name="PlaceHolder 2">
            <a:extLst>
              <a:ext uri="{FF2B5EF4-FFF2-40B4-BE49-F238E27FC236}">
                <a16:creationId xmlns:a16="http://schemas.microsoft.com/office/drawing/2014/main" id="{140FB781-9DC8-CED0-DD3A-9247BDFCA9CE}"/>
              </a:ext>
            </a:extLst>
          </p:cNvPr>
          <p:cNvSpPr>
            <a:spLocks noGrp="1"/>
          </p:cNvSpPr>
          <p:nvPr>
            <p:ph type="body"/>
          </p:nvPr>
        </p:nvSpPr>
        <p:spPr>
          <a:xfrm>
            <a:off x="685800" y="4400640"/>
            <a:ext cx="5486040" cy="3600000"/>
          </a:xfrm>
          <a:prstGeom prst="rect">
            <a:avLst/>
          </a:prstGeom>
        </p:spPr>
        <p:txBody>
          <a:bodyPr>
            <a:noAutofit/>
          </a:bodyPr>
          <a:lstStyle/>
          <a:p>
            <a:endParaRPr lang="en-US" sz="2000" b="0" strike="noStrike" spc="-1">
              <a:latin typeface="Arial"/>
            </a:endParaRPr>
          </a:p>
        </p:txBody>
      </p:sp>
      <p:sp>
        <p:nvSpPr>
          <p:cNvPr id="150" name="TextShape 3">
            <a:extLst>
              <a:ext uri="{FF2B5EF4-FFF2-40B4-BE49-F238E27FC236}">
                <a16:creationId xmlns:a16="http://schemas.microsoft.com/office/drawing/2014/main" id="{C19722B0-0A97-05A6-FCCF-9604F1AD2C51}"/>
              </a:ext>
            </a:extLst>
          </p:cNvPr>
          <p:cNvSpPr txBox="1"/>
          <p:nvPr/>
        </p:nvSpPr>
        <p:spPr>
          <a:xfrm>
            <a:off x="3884760" y="8685360"/>
            <a:ext cx="2971440" cy="458280"/>
          </a:xfrm>
          <a:prstGeom prst="rect">
            <a:avLst/>
          </a:prstGeom>
          <a:noFill/>
          <a:ln>
            <a:noFill/>
          </a:ln>
        </p:spPr>
        <p:txBody>
          <a:bodyPr anchor="b">
            <a:noAutofit/>
          </a:bodyPr>
          <a:lstStyle/>
          <a:p>
            <a:pPr algn="r">
              <a:lnSpc>
                <a:spcPct val="100000"/>
              </a:lnSpc>
            </a:pPr>
            <a:fld id="{677DA20C-D3E3-4F02-A624-D52A93CA4942}" type="slidenum">
              <a:rPr lang="en-GB" sz="1200" b="0" strike="noStrike" spc="-1">
                <a:latin typeface="Times New Roman"/>
              </a:rPr>
              <a:t>10</a:t>
            </a:fld>
            <a:endParaRPr lang="en-US" sz="1200" b="0" strike="noStrike" spc="-1">
              <a:latin typeface="Times New Roman"/>
            </a:endParaRPr>
          </a:p>
        </p:txBody>
      </p:sp>
    </p:spTree>
    <p:extLst>
      <p:ext uri="{BB962C8B-B14F-4D97-AF65-F5344CB8AC3E}">
        <p14:creationId xmlns:p14="http://schemas.microsoft.com/office/powerpoint/2010/main" val="128748590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07CEA3-F3C9-E94C-663C-B415B207A8DD}"/>
            </a:ext>
          </a:extLst>
        </p:cNvPr>
        <p:cNvGrpSpPr/>
        <p:nvPr/>
      </p:nvGrpSpPr>
      <p:grpSpPr>
        <a:xfrm>
          <a:off x="0" y="0"/>
          <a:ext cx="0" cy="0"/>
          <a:chOff x="0" y="0"/>
          <a:chExt cx="0" cy="0"/>
        </a:xfrm>
      </p:grpSpPr>
      <p:sp>
        <p:nvSpPr>
          <p:cNvPr id="148" name="PlaceHolder 1">
            <a:extLst>
              <a:ext uri="{FF2B5EF4-FFF2-40B4-BE49-F238E27FC236}">
                <a16:creationId xmlns:a16="http://schemas.microsoft.com/office/drawing/2014/main" id="{73A700CB-70E6-AA0B-ED46-A9F400048A6A}"/>
              </a:ext>
            </a:extLst>
          </p:cNvPr>
          <p:cNvSpPr>
            <a:spLocks noGrp="1" noRot="1" noChangeAspect="1"/>
          </p:cNvSpPr>
          <p:nvPr>
            <p:ph type="sldImg"/>
          </p:nvPr>
        </p:nvSpPr>
        <p:spPr>
          <a:xfrm>
            <a:off x="685800" y="1143000"/>
            <a:ext cx="5486400" cy="3086100"/>
          </a:xfrm>
          <a:prstGeom prst="rect">
            <a:avLst/>
          </a:prstGeom>
        </p:spPr>
      </p:sp>
      <p:sp>
        <p:nvSpPr>
          <p:cNvPr id="149" name="PlaceHolder 2">
            <a:extLst>
              <a:ext uri="{FF2B5EF4-FFF2-40B4-BE49-F238E27FC236}">
                <a16:creationId xmlns:a16="http://schemas.microsoft.com/office/drawing/2014/main" id="{5E6206F1-88E3-E248-D7EB-EB6B63FF48FE}"/>
              </a:ext>
            </a:extLst>
          </p:cNvPr>
          <p:cNvSpPr>
            <a:spLocks noGrp="1"/>
          </p:cNvSpPr>
          <p:nvPr>
            <p:ph type="body"/>
          </p:nvPr>
        </p:nvSpPr>
        <p:spPr>
          <a:xfrm>
            <a:off x="685800" y="4400640"/>
            <a:ext cx="5486040" cy="3600000"/>
          </a:xfrm>
          <a:prstGeom prst="rect">
            <a:avLst/>
          </a:prstGeom>
        </p:spPr>
        <p:txBody>
          <a:bodyPr>
            <a:noAutofit/>
          </a:bodyPr>
          <a:lstStyle/>
          <a:p>
            <a:endParaRPr lang="en-US" sz="2000" b="0" strike="noStrike" spc="-1">
              <a:latin typeface="Arial"/>
            </a:endParaRPr>
          </a:p>
        </p:txBody>
      </p:sp>
      <p:sp>
        <p:nvSpPr>
          <p:cNvPr id="150" name="TextShape 3">
            <a:extLst>
              <a:ext uri="{FF2B5EF4-FFF2-40B4-BE49-F238E27FC236}">
                <a16:creationId xmlns:a16="http://schemas.microsoft.com/office/drawing/2014/main" id="{C7BA9A1A-2ADC-108B-8B7B-BA479103C495}"/>
              </a:ext>
            </a:extLst>
          </p:cNvPr>
          <p:cNvSpPr txBox="1"/>
          <p:nvPr/>
        </p:nvSpPr>
        <p:spPr>
          <a:xfrm>
            <a:off x="3884760" y="8685360"/>
            <a:ext cx="2971440" cy="458280"/>
          </a:xfrm>
          <a:prstGeom prst="rect">
            <a:avLst/>
          </a:prstGeom>
          <a:noFill/>
          <a:ln>
            <a:noFill/>
          </a:ln>
        </p:spPr>
        <p:txBody>
          <a:bodyPr anchor="b">
            <a:noAutofit/>
          </a:bodyPr>
          <a:lstStyle/>
          <a:p>
            <a:pPr algn="r">
              <a:lnSpc>
                <a:spcPct val="100000"/>
              </a:lnSpc>
            </a:pPr>
            <a:fld id="{677DA20C-D3E3-4F02-A624-D52A93CA4942}" type="slidenum">
              <a:rPr lang="en-GB" sz="1200" b="0" strike="noStrike" spc="-1">
                <a:latin typeface="Times New Roman"/>
              </a:rPr>
              <a:t>11</a:t>
            </a:fld>
            <a:endParaRPr lang="en-US" sz="1200" b="0" strike="noStrike" spc="-1">
              <a:latin typeface="Times New Roman"/>
            </a:endParaRPr>
          </a:p>
        </p:txBody>
      </p:sp>
    </p:spTree>
    <p:extLst>
      <p:ext uri="{BB962C8B-B14F-4D97-AF65-F5344CB8AC3E}">
        <p14:creationId xmlns:p14="http://schemas.microsoft.com/office/powerpoint/2010/main" val="877537795"/>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ov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4" name="Picture 3" descr="University of Hertfordshire logo">
            <a:extLst>
              <a:ext uri="{FF2B5EF4-FFF2-40B4-BE49-F238E27FC236}">
                <a16:creationId xmlns:a16="http://schemas.microsoft.com/office/drawing/2014/main" id="{16E4BB13-0D32-AA4A-BF91-2B76A7C18242}"/>
              </a:ext>
            </a:extLst>
          </p:cNvPr>
          <p:cNvPicPr>
            <a:picLocks noChangeAspect="1"/>
          </p:cNvPicPr>
          <p:nvPr userDrawn="1"/>
        </p:nvPicPr>
        <p:blipFill>
          <a:blip r:embed="rId3">
            <a:extLst>
              <a:ext uri="{28A0092B-C50C-407E-A947-70E740481C1C}">
                <a14:useLocalDpi xmlns:a14="http://schemas.microsoft.com/office/drawing/2010/main"/>
              </a:ext>
            </a:extLst>
          </a:blip>
          <a:stretch>
            <a:fillRect/>
          </a:stretch>
        </p:blipFill>
        <p:spPr>
          <a:xfrm>
            <a:off x="2844000" y="2854800"/>
            <a:ext cx="6501600" cy="1153633"/>
          </a:xfrm>
          <a:prstGeom prst="rect">
            <a:avLst/>
          </a:prstGeom>
        </p:spPr>
      </p:pic>
    </p:spTree>
    <p:extLst>
      <p:ext uri="{BB962C8B-B14F-4D97-AF65-F5344CB8AC3E}">
        <p14:creationId xmlns:p14="http://schemas.microsoft.com/office/powerpoint/2010/main" val="275816738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Section divider">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81B53D-9933-445F-9B68-E730EB38A5A9}"/>
              </a:ext>
            </a:extLst>
          </p:cNvPr>
          <p:cNvSpPr>
            <a:spLocks noGrp="1"/>
          </p:cNvSpPr>
          <p:nvPr>
            <p:ph type="ctrTitle" hasCustomPrompt="1"/>
          </p:nvPr>
        </p:nvSpPr>
        <p:spPr>
          <a:xfrm>
            <a:off x="953999" y="2579715"/>
            <a:ext cx="10031157" cy="2160000"/>
          </a:xfrm>
        </p:spPr>
        <p:txBody>
          <a:bodyPr anchor="t" anchorCtr="0">
            <a:normAutofit/>
          </a:bodyPr>
          <a:lstStyle>
            <a:lvl1pPr algn="l">
              <a:lnSpc>
                <a:spcPts val="8000"/>
              </a:lnSpc>
              <a:defRPr sz="7500" b="1" kern="3000" spc="-200" baseline="0">
                <a:solidFill>
                  <a:schemeClr val="bg1"/>
                </a:solidFill>
              </a:defRPr>
            </a:lvl1pPr>
          </a:lstStyle>
          <a:p>
            <a:r>
              <a:rPr lang="en-US"/>
              <a:t>Click to edit master title</a:t>
            </a:r>
            <a:endParaRPr lang="en-GB"/>
          </a:p>
        </p:txBody>
      </p:sp>
      <p:sp>
        <p:nvSpPr>
          <p:cNvPr id="3" name="Subtitle 2">
            <a:extLst>
              <a:ext uri="{FF2B5EF4-FFF2-40B4-BE49-F238E27FC236}">
                <a16:creationId xmlns:a16="http://schemas.microsoft.com/office/drawing/2014/main" id="{E2C6B9F5-608F-4534-96F0-C3A5E1A638A6}"/>
              </a:ext>
            </a:extLst>
          </p:cNvPr>
          <p:cNvSpPr>
            <a:spLocks noGrp="1"/>
          </p:cNvSpPr>
          <p:nvPr>
            <p:ph type="subTitle" idx="1" hasCustomPrompt="1"/>
          </p:nvPr>
        </p:nvSpPr>
        <p:spPr>
          <a:xfrm>
            <a:off x="954000" y="1890000"/>
            <a:ext cx="10031156" cy="360000"/>
          </a:xfrm>
        </p:spPr>
        <p:txBody>
          <a:bodyPr lIns="0" tIns="0" rIns="0" bIns="0">
            <a:noAutofit/>
          </a:bodyPr>
          <a:lstStyle>
            <a:lvl1pPr marL="0" indent="0" algn="l">
              <a:buNone/>
              <a:defRPr sz="3600" b="1" kern="3000" spc="-100" baseline="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a:t>
            </a:r>
            <a:endParaRPr lang="en-GB"/>
          </a:p>
        </p:txBody>
      </p:sp>
      <p:sp>
        <p:nvSpPr>
          <p:cNvPr id="5" name="Footer Placeholder 4">
            <a:extLst>
              <a:ext uri="{FF2B5EF4-FFF2-40B4-BE49-F238E27FC236}">
                <a16:creationId xmlns:a16="http://schemas.microsoft.com/office/drawing/2014/main" id="{0540E7B9-9AC6-4E42-A931-6FF91E6494A1}"/>
              </a:ext>
            </a:extLst>
          </p:cNvPr>
          <p:cNvSpPr>
            <a:spLocks noGrp="1"/>
          </p:cNvSpPr>
          <p:nvPr>
            <p:ph type="ftr" sz="quarter" idx="11"/>
          </p:nvPr>
        </p:nvSpPr>
        <p:spPr>
          <a:xfrm>
            <a:off x="965289" y="779733"/>
            <a:ext cx="7176911" cy="230832"/>
          </a:xfrm>
        </p:spPr>
        <p:txBody>
          <a:bodyPr>
            <a:noAutofit/>
          </a:bodyPr>
          <a:lstStyle>
            <a:lvl1pPr>
              <a:defRPr>
                <a:solidFill>
                  <a:schemeClr val="bg1"/>
                </a:solidFill>
              </a:defRPr>
            </a:lvl1pPr>
          </a:lstStyle>
          <a:p>
            <a:r>
              <a:rPr lang="en-GB"/>
              <a:t>PRESENTATION TITLE (ADD VIA INSERT, HEADER &amp; FOOTER)</a:t>
            </a:r>
            <a:endParaRPr lang="en-GB">
              <a:solidFill>
                <a:schemeClr val="bg1"/>
              </a:solidFill>
            </a:endParaRPr>
          </a:p>
        </p:txBody>
      </p:sp>
      <p:sp>
        <p:nvSpPr>
          <p:cNvPr id="6" name="Slide Number Placeholder 5">
            <a:extLst>
              <a:ext uri="{FF2B5EF4-FFF2-40B4-BE49-F238E27FC236}">
                <a16:creationId xmlns:a16="http://schemas.microsoft.com/office/drawing/2014/main" id="{FB16D645-6420-4785-8316-43EF780FA589}"/>
              </a:ext>
            </a:extLst>
          </p:cNvPr>
          <p:cNvSpPr>
            <a:spLocks noGrp="1"/>
          </p:cNvSpPr>
          <p:nvPr>
            <p:ph type="sldNum" sz="quarter" idx="12"/>
          </p:nvPr>
        </p:nvSpPr>
        <p:spPr>
          <a:xfrm>
            <a:off x="10616400" y="779733"/>
            <a:ext cx="622800" cy="230832"/>
          </a:xfrm>
        </p:spPr>
        <p:txBody>
          <a:bodyPr wrap="square">
            <a:noAutofit/>
          </a:bodyPr>
          <a:lstStyle>
            <a:lvl1pPr>
              <a:defRPr>
                <a:solidFill>
                  <a:schemeClr val="bg1"/>
                </a:solidFill>
              </a:defRPr>
            </a:lvl1pPr>
          </a:lstStyle>
          <a:p>
            <a:fld id="{E4D355CA-84B7-41B1-B164-8BB439CC7C6B}" type="slidenum">
              <a:rPr lang="en-GB" smtClean="0"/>
              <a:pPr/>
              <a:t>‹#›</a:t>
            </a:fld>
            <a:endParaRPr lang="en-GB"/>
          </a:p>
        </p:txBody>
      </p:sp>
      <p:pic>
        <p:nvPicPr>
          <p:cNvPr id="8" name="Picture 7" descr="A picture containing drawing&#10;&#10;Description automatically generated">
            <a:extLst>
              <a:ext uri="{FF2B5EF4-FFF2-40B4-BE49-F238E27FC236}">
                <a16:creationId xmlns:a16="http://schemas.microsoft.com/office/drawing/2014/main" id="{BCCF2CA0-CCE3-4304-8F31-4D1CC50BCBDE}"/>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954000" y="5511600"/>
            <a:ext cx="2242800" cy="397959"/>
          </a:xfrm>
          <a:prstGeom prst="rect">
            <a:avLst/>
          </a:prstGeom>
        </p:spPr>
      </p:pic>
    </p:spTree>
    <p:extLst>
      <p:ext uri="{BB962C8B-B14F-4D97-AF65-F5344CB8AC3E}">
        <p14:creationId xmlns:p14="http://schemas.microsoft.com/office/powerpoint/2010/main" val="171361617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page">
    <p:bg>
      <p:bgPr>
        <a:solidFill>
          <a:schemeClr val="bg1"/>
        </a:solidFill>
        <a:effectLst/>
      </p:bgPr>
    </p:bg>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E2C6B9F5-608F-4534-96F0-C3A5E1A638A6}"/>
              </a:ext>
            </a:extLst>
          </p:cNvPr>
          <p:cNvSpPr>
            <a:spLocks noGrp="1"/>
          </p:cNvSpPr>
          <p:nvPr>
            <p:ph type="subTitle" idx="1"/>
          </p:nvPr>
        </p:nvSpPr>
        <p:spPr>
          <a:xfrm>
            <a:off x="954000" y="1890000"/>
            <a:ext cx="7200000" cy="360000"/>
          </a:xfrm>
        </p:spPr>
        <p:txBody>
          <a:bodyPr lIns="0" tIns="0" rIns="0" bIns="0">
            <a:noAutofit/>
          </a:bodyPr>
          <a:lstStyle>
            <a:lvl1pPr marL="0" indent="0" algn="l">
              <a:buNone/>
              <a:defRPr sz="3600" b="1" kern="3000" spc="-100" baseline="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5" name="Footer Placeholder 4">
            <a:extLst>
              <a:ext uri="{FF2B5EF4-FFF2-40B4-BE49-F238E27FC236}">
                <a16:creationId xmlns:a16="http://schemas.microsoft.com/office/drawing/2014/main" id="{0540E7B9-9AC6-4E42-A931-6FF91E6494A1}"/>
              </a:ext>
            </a:extLst>
          </p:cNvPr>
          <p:cNvSpPr>
            <a:spLocks noGrp="1"/>
          </p:cNvSpPr>
          <p:nvPr>
            <p:ph type="ftr" sz="quarter" idx="11"/>
          </p:nvPr>
        </p:nvSpPr>
        <p:spPr>
          <a:xfrm>
            <a:off x="965289" y="791022"/>
            <a:ext cx="7176911" cy="230832"/>
          </a:xfrm>
        </p:spPr>
        <p:txBody>
          <a:bodyPr>
            <a:noAutofit/>
          </a:bodyPr>
          <a:lstStyle>
            <a:lvl1pPr>
              <a:defRPr>
                <a:solidFill>
                  <a:srgbClr val="8F9898"/>
                </a:solidFill>
              </a:defRPr>
            </a:lvl1pPr>
          </a:lstStyle>
          <a:p>
            <a:r>
              <a:rPr lang="en-GB"/>
              <a:t>PRESENTATION TITLE (ADD VIA INSERT, HEADER &amp; FOOTER)</a:t>
            </a:r>
          </a:p>
        </p:txBody>
      </p:sp>
      <p:sp>
        <p:nvSpPr>
          <p:cNvPr id="6" name="Slide Number Placeholder 5">
            <a:extLst>
              <a:ext uri="{FF2B5EF4-FFF2-40B4-BE49-F238E27FC236}">
                <a16:creationId xmlns:a16="http://schemas.microsoft.com/office/drawing/2014/main" id="{FB16D645-6420-4785-8316-43EF780FA589}"/>
              </a:ext>
            </a:extLst>
          </p:cNvPr>
          <p:cNvSpPr>
            <a:spLocks noGrp="1"/>
          </p:cNvSpPr>
          <p:nvPr>
            <p:ph type="sldNum" sz="quarter" idx="12"/>
          </p:nvPr>
        </p:nvSpPr>
        <p:spPr>
          <a:xfrm>
            <a:off x="10616400" y="791022"/>
            <a:ext cx="622800" cy="230832"/>
          </a:xfrm>
        </p:spPr>
        <p:txBody>
          <a:bodyPr wrap="square">
            <a:noAutofit/>
          </a:bodyPr>
          <a:lstStyle>
            <a:lvl1pPr>
              <a:defRPr>
                <a:solidFill>
                  <a:srgbClr val="8F9898"/>
                </a:solidFill>
              </a:defRPr>
            </a:lvl1pPr>
          </a:lstStyle>
          <a:p>
            <a:fld id="{E4D355CA-84B7-41B1-B164-8BB439CC7C6B}" type="slidenum">
              <a:rPr lang="en-GB" smtClean="0"/>
              <a:pPr/>
              <a:t>‹#›</a:t>
            </a:fld>
            <a:endParaRPr lang="en-GB"/>
          </a:p>
        </p:txBody>
      </p:sp>
      <p:sp>
        <p:nvSpPr>
          <p:cNvPr id="9" name="Title 1">
            <a:extLst>
              <a:ext uri="{FF2B5EF4-FFF2-40B4-BE49-F238E27FC236}">
                <a16:creationId xmlns:a16="http://schemas.microsoft.com/office/drawing/2014/main" id="{E9449821-0D0D-644D-97A3-D56097A9C6DA}"/>
              </a:ext>
            </a:extLst>
          </p:cNvPr>
          <p:cNvSpPr>
            <a:spLocks noGrp="1"/>
          </p:cNvSpPr>
          <p:nvPr>
            <p:ph type="ctrTitle" hasCustomPrompt="1"/>
          </p:nvPr>
        </p:nvSpPr>
        <p:spPr>
          <a:xfrm>
            <a:off x="953999" y="2579715"/>
            <a:ext cx="10031157" cy="2160000"/>
          </a:xfrm>
        </p:spPr>
        <p:txBody>
          <a:bodyPr anchor="t" anchorCtr="0">
            <a:normAutofit/>
          </a:bodyPr>
          <a:lstStyle>
            <a:lvl1pPr algn="l">
              <a:lnSpc>
                <a:spcPts val="8000"/>
              </a:lnSpc>
              <a:defRPr sz="7500" b="1" kern="3000" spc="-200" baseline="0">
                <a:solidFill>
                  <a:schemeClr val="tx1"/>
                </a:solidFill>
              </a:defRPr>
            </a:lvl1pPr>
          </a:lstStyle>
          <a:p>
            <a:r>
              <a:rPr lang="en-US"/>
              <a:t>Click to edit master title</a:t>
            </a:r>
            <a:endParaRPr lang="en-GB"/>
          </a:p>
        </p:txBody>
      </p:sp>
      <p:sp>
        <p:nvSpPr>
          <p:cNvPr id="10" name="Rectangle 9">
            <a:extLst>
              <a:ext uri="{FF2B5EF4-FFF2-40B4-BE49-F238E27FC236}">
                <a16:creationId xmlns:a16="http://schemas.microsoft.com/office/drawing/2014/main" id="{44F6EB17-8019-7B4E-B53C-76B057A7C31F}"/>
              </a:ext>
            </a:extLst>
          </p:cNvPr>
          <p:cNvSpPr/>
          <p:nvPr userDrawn="1"/>
        </p:nvSpPr>
        <p:spPr>
          <a:xfrm>
            <a:off x="0" y="0"/>
            <a:ext cx="12192000" cy="1404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accent1"/>
              </a:solidFill>
            </a:endParaRPr>
          </a:p>
        </p:txBody>
      </p:sp>
      <p:pic>
        <p:nvPicPr>
          <p:cNvPr id="11" name="Picture 10">
            <a:extLst>
              <a:ext uri="{FF2B5EF4-FFF2-40B4-BE49-F238E27FC236}">
                <a16:creationId xmlns:a16="http://schemas.microsoft.com/office/drawing/2014/main" id="{0503EF50-F00F-9643-BE53-F0A5272FC4B2}"/>
              </a:ext>
            </a:extLst>
          </p:cNvPr>
          <p:cNvPicPr>
            <a:picLocks noChangeAspect="1"/>
          </p:cNvPicPr>
          <p:nvPr userDrawn="1"/>
        </p:nvPicPr>
        <p:blipFill>
          <a:blip r:embed="rId2"/>
          <a:stretch>
            <a:fillRect/>
          </a:stretch>
        </p:blipFill>
        <p:spPr>
          <a:xfrm>
            <a:off x="953998" y="5517266"/>
            <a:ext cx="2244881" cy="396903"/>
          </a:xfrm>
          <a:prstGeom prst="rect">
            <a:avLst/>
          </a:prstGeom>
        </p:spPr>
      </p:pic>
    </p:spTree>
    <p:extLst>
      <p:ext uri="{BB962C8B-B14F-4D97-AF65-F5344CB8AC3E}">
        <p14:creationId xmlns:p14="http://schemas.microsoft.com/office/powerpoint/2010/main" val="410820783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itle and Two Content">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AAFE49-0143-472F-897B-A7DAB87AB4E4}"/>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981FBDFA-876B-4255-A301-F62F1EDD8D66}"/>
              </a:ext>
            </a:extLst>
          </p:cNvPr>
          <p:cNvSpPr>
            <a:spLocks noGrp="1"/>
          </p:cNvSpPr>
          <p:nvPr>
            <p:ph sz="half" idx="1" hasCustomPrompt="1"/>
          </p:nvPr>
        </p:nvSpPr>
        <p:spPr>
          <a:xfrm>
            <a:off x="973668" y="2717444"/>
            <a:ext cx="4903200" cy="3175200"/>
          </a:xfrm>
        </p:spPr>
        <p:txBody>
          <a:bodyPr vert="horz" lIns="0" tIns="0" rIns="0" bIns="0" rtlCol="0">
            <a:noAutofit/>
          </a:bodyPr>
          <a:lstStyle>
            <a:lvl1pPr>
              <a:defRPr lang="en-US" b="0" dirty="0" smtClean="0">
                <a:solidFill>
                  <a:srgbClr val="203232"/>
                </a:solidFill>
              </a:defRPr>
            </a:lvl1pPr>
            <a:lvl2pPr>
              <a:defRPr lang="en-US" dirty="0" smtClean="0"/>
            </a:lvl2pPr>
            <a:lvl3pPr>
              <a:defRPr lang="en-GB" dirty="0"/>
            </a:lvl3pPr>
            <a:lvl4pPr>
              <a:defRPr/>
            </a:lvl4pPr>
            <a:lvl5pPr>
              <a:defRPr>
                <a:solidFill>
                  <a:schemeClr val="accent4"/>
                </a:solidFill>
              </a:defRPr>
            </a:lvl5pPr>
          </a:lstStyle>
          <a:p>
            <a:pPr lvl="0"/>
            <a:r>
              <a:rPr lang="en-GB"/>
              <a:t>Add Text</a:t>
            </a:r>
          </a:p>
        </p:txBody>
      </p:sp>
      <p:sp>
        <p:nvSpPr>
          <p:cNvPr id="4" name="Content Placeholder 3">
            <a:extLst>
              <a:ext uri="{FF2B5EF4-FFF2-40B4-BE49-F238E27FC236}">
                <a16:creationId xmlns:a16="http://schemas.microsoft.com/office/drawing/2014/main" id="{46F0C709-1F3D-4B13-A290-4041A33FB10E}"/>
              </a:ext>
            </a:extLst>
          </p:cNvPr>
          <p:cNvSpPr>
            <a:spLocks noGrp="1"/>
          </p:cNvSpPr>
          <p:nvPr>
            <p:ph sz="half" idx="2" hasCustomPrompt="1"/>
          </p:nvPr>
        </p:nvSpPr>
        <p:spPr>
          <a:xfrm>
            <a:off x="6336000" y="2717444"/>
            <a:ext cx="4456800" cy="3175200"/>
          </a:xfrm>
        </p:spPr>
        <p:txBody>
          <a:bodyPr vert="horz" lIns="0" tIns="0" rIns="0" bIns="0" rtlCol="0">
            <a:noAutofit/>
          </a:bodyPr>
          <a:lstStyle>
            <a:lvl1pPr marL="0" marR="0" indent="0" algn="l" defTabSz="914400" rtl="0" eaLnBrk="1" fontAlgn="auto" latinLnBrk="0" hangingPunct="1">
              <a:lnSpc>
                <a:spcPts val="2880"/>
              </a:lnSpc>
              <a:spcBef>
                <a:spcPts val="0"/>
              </a:spcBef>
              <a:spcAft>
                <a:spcPts val="992"/>
              </a:spcAft>
              <a:buClrTx/>
              <a:buSzTx/>
              <a:buFont typeface="Arial" panose="020B0604020202020204" pitchFamily="34" charset="0"/>
              <a:buNone/>
              <a:tabLst/>
              <a:defRPr lang="en-US" b="0" dirty="0" smtClean="0">
                <a:solidFill>
                  <a:srgbClr val="203232"/>
                </a:solidFill>
              </a:defRPr>
            </a:lvl1pPr>
            <a:lvl2pPr>
              <a:defRPr lang="en-US" dirty="0" smtClean="0"/>
            </a:lvl2pPr>
            <a:lvl3pPr>
              <a:defRPr lang="en-GB" dirty="0"/>
            </a:lvl3pPr>
            <a:lvl4pPr>
              <a:defRPr/>
            </a:lvl4pPr>
            <a:lvl5pPr>
              <a:defRPr>
                <a:solidFill>
                  <a:schemeClr val="accent4"/>
                </a:solidFill>
              </a:defRPr>
            </a:lvl5pPr>
          </a:lstStyle>
          <a:p>
            <a:pPr marL="0" marR="0" lvl="0" indent="0" algn="l" defTabSz="914400" rtl="0" eaLnBrk="1" fontAlgn="auto" latinLnBrk="0" hangingPunct="1">
              <a:lnSpc>
                <a:spcPts val="2880"/>
              </a:lnSpc>
              <a:spcBef>
                <a:spcPts val="0"/>
              </a:spcBef>
              <a:spcAft>
                <a:spcPts val="992"/>
              </a:spcAft>
              <a:buClrTx/>
              <a:buSzTx/>
              <a:buFont typeface="Arial" panose="020B0604020202020204" pitchFamily="34" charset="0"/>
              <a:buNone/>
              <a:tabLst/>
              <a:defRPr/>
            </a:pPr>
            <a:r>
              <a:rPr lang="en-GB" b="0"/>
              <a:t>Add Text</a:t>
            </a:r>
            <a:endParaRPr lang="en-GB"/>
          </a:p>
        </p:txBody>
      </p:sp>
      <p:sp>
        <p:nvSpPr>
          <p:cNvPr id="6" name="Footer Placeholder 5">
            <a:extLst>
              <a:ext uri="{FF2B5EF4-FFF2-40B4-BE49-F238E27FC236}">
                <a16:creationId xmlns:a16="http://schemas.microsoft.com/office/drawing/2014/main" id="{60A8C9C5-E913-47B9-82DE-196768E6D657}"/>
              </a:ext>
            </a:extLst>
          </p:cNvPr>
          <p:cNvSpPr>
            <a:spLocks noGrp="1"/>
          </p:cNvSpPr>
          <p:nvPr>
            <p:ph type="ftr" sz="quarter" idx="11"/>
          </p:nvPr>
        </p:nvSpPr>
        <p:spPr/>
        <p:txBody>
          <a:bodyPr/>
          <a:lstStyle/>
          <a:p>
            <a:r>
              <a:rPr lang="en-GB"/>
              <a:t>PRESENTATION TITLE (ADD VIA INSERT, HEADER &amp; FOOTER)</a:t>
            </a:r>
          </a:p>
        </p:txBody>
      </p:sp>
      <p:sp>
        <p:nvSpPr>
          <p:cNvPr id="7" name="Slide Number Placeholder 6">
            <a:extLst>
              <a:ext uri="{FF2B5EF4-FFF2-40B4-BE49-F238E27FC236}">
                <a16:creationId xmlns:a16="http://schemas.microsoft.com/office/drawing/2014/main" id="{E1558F66-ECA3-4B00-A383-8D2B86217C93}"/>
              </a:ext>
            </a:extLst>
          </p:cNvPr>
          <p:cNvSpPr>
            <a:spLocks noGrp="1"/>
          </p:cNvSpPr>
          <p:nvPr>
            <p:ph type="sldNum" sz="quarter" idx="12"/>
          </p:nvPr>
        </p:nvSpPr>
        <p:spPr/>
        <p:txBody>
          <a:bodyPr/>
          <a:lstStyle/>
          <a:p>
            <a:fld id="{E4D355CA-84B7-41B1-B164-8BB439CC7C6B}" type="slidenum">
              <a:rPr lang="en-GB" smtClean="0"/>
              <a:pPr/>
              <a:t>‹#›</a:t>
            </a:fld>
            <a:endParaRPr lang="en-GB"/>
          </a:p>
        </p:txBody>
      </p:sp>
      <p:sp>
        <p:nvSpPr>
          <p:cNvPr id="8" name="Rectangle 7">
            <a:extLst>
              <a:ext uri="{FF2B5EF4-FFF2-40B4-BE49-F238E27FC236}">
                <a16:creationId xmlns:a16="http://schemas.microsoft.com/office/drawing/2014/main" id="{62A19DAE-53D8-4F04-A4B9-B6EDFC23886D}"/>
              </a:ext>
            </a:extLst>
          </p:cNvPr>
          <p:cNvSpPr/>
          <p:nvPr userDrawn="1"/>
        </p:nvSpPr>
        <p:spPr>
          <a:xfrm>
            <a:off x="0" y="0"/>
            <a:ext cx="12192000" cy="1404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accent1"/>
              </a:solidFill>
            </a:endParaRPr>
          </a:p>
        </p:txBody>
      </p:sp>
    </p:spTree>
    <p:extLst>
      <p:ext uri="{BB962C8B-B14F-4D97-AF65-F5344CB8AC3E}">
        <p14:creationId xmlns:p14="http://schemas.microsoft.com/office/powerpoint/2010/main" val="1288463762"/>
      </p:ext>
    </p:extLst>
  </p:cSld>
  <p:clrMapOvr>
    <a:masterClrMapping/>
  </p:clrMapOvr>
  <p:extLst>
    <p:ext uri="{DCECCB84-F9BA-43D5-87BE-67443E8EF086}">
      <p15:sldGuideLst xmlns:p15="http://schemas.microsoft.com/office/powerpoint/2012/main">
        <p15:guide id="2" pos="6805" userDrawn="1">
          <p15:clr>
            <a:srgbClr val="FBAE40"/>
          </p15:clr>
        </p15:guide>
        <p15:guide id="3" pos="3989" userDrawn="1">
          <p15:clr>
            <a:srgbClr val="FBAE40"/>
          </p15:clr>
        </p15:guide>
        <p15:guide id="4" pos="3705"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Title and Content">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DE70B5-BA04-4DB3-853D-A1C05ADF828C}"/>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70440712-862D-4568-80A4-86117B896766}"/>
              </a:ext>
            </a:extLst>
          </p:cNvPr>
          <p:cNvSpPr>
            <a:spLocks noGrp="1"/>
          </p:cNvSpPr>
          <p:nvPr>
            <p:ph idx="1" hasCustomPrompt="1"/>
          </p:nvPr>
        </p:nvSpPr>
        <p:spPr>
          <a:xfrm>
            <a:off x="970139" y="2717600"/>
            <a:ext cx="10251722" cy="3175200"/>
          </a:xfrm>
        </p:spPr>
        <p:txBody>
          <a:bodyPr vert="horz" lIns="0" tIns="0" rIns="0" bIns="0" rtlCol="0">
            <a:noAutofit/>
          </a:bodyPr>
          <a:lstStyle>
            <a:lvl1pPr>
              <a:defRPr lang="en-US" b="0" dirty="0" smtClean="0">
                <a:solidFill>
                  <a:srgbClr val="203232"/>
                </a:solidFill>
              </a:defRPr>
            </a:lvl1pPr>
            <a:lvl2pPr>
              <a:defRPr lang="en-US" dirty="0" smtClean="0"/>
            </a:lvl2pPr>
            <a:lvl3pPr>
              <a:defRPr lang="en-GB" dirty="0"/>
            </a:lvl3pPr>
            <a:lvl5pPr>
              <a:defRPr>
                <a:solidFill>
                  <a:schemeClr val="accent4"/>
                </a:solidFill>
              </a:defRPr>
            </a:lvl5pPr>
          </a:lstStyle>
          <a:p>
            <a:pPr lvl="0"/>
            <a:r>
              <a:rPr lang="en-GB"/>
              <a:t>Add Text</a:t>
            </a:r>
          </a:p>
        </p:txBody>
      </p:sp>
      <p:sp>
        <p:nvSpPr>
          <p:cNvPr id="5" name="Footer Placeholder 4">
            <a:extLst>
              <a:ext uri="{FF2B5EF4-FFF2-40B4-BE49-F238E27FC236}">
                <a16:creationId xmlns:a16="http://schemas.microsoft.com/office/drawing/2014/main" id="{962B6D5D-0892-4B4E-86D9-894852B1242C}"/>
              </a:ext>
            </a:extLst>
          </p:cNvPr>
          <p:cNvSpPr>
            <a:spLocks noGrp="1"/>
          </p:cNvSpPr>
          <p:nvPr>
            <p:ph type="ftr" sz="quarter" idx="11"/>
          </p:nvPr>
        </p:nvSpPr>
        <p:spPr/>
        <p:txBody>
          <a:bodyPr/>
          <a:lstStyle/>
          <a:p>
            <a:r>
              <a:rPr lang="en-GB"/>
              <a:t>PRESENTATION TITLE (ADD VIA INSERT, HEADER &amp; FOOTER)</a:t>
            </a:r>
          </a:p>
        </p:txBody>
      </p:sp>
      <p:sp>
        <p:nvSpPr>
          <p:cNvPr id="6" name="Slide Number Placeholder 5">
            <a:extLst>
              <a:ext uri="{FF2B5EF4-FFF2-40B4-BE49-F238E27FC236}">
                <a16:creationId xmlns:a16="http://schemas.microsoft.com/office/drawing/2014/main" id="{3B7428FC-C061-4730-9EA5-A52A00413991}"/>
              </a:ext>
            </a:extLst>
          </p:cNvPr>
          <p:cNvSpPr>
            <a:spLocks noGrp="1"/>
          </p:cNvSpPr>
          <p:nvPr>
            <p:ph type="sldNum" sz="quarter" idx="12"/>
          </p:nvPr>
        </p:nvSpPr>
        <p:spPr/>
        <p:txBody>
          <a:bodyPr/>
          <a:lstStyle/>
          <a:p>
            <a:fld id="{E4D355CA-84B7-41B1-B164-8BB439CC7C6B}" type="slidenum">
              <a:rPr lang="en-GB" smtClean="0"/>
              <a:pPr/>
              <a:t>‹#›</a:t>
            </a:fld>
            <a:endParaRPr lang="en-GB"/>
          </a:p>
        </p:txBody>
      </p:sp>
      <p:sp>
        <p:nvSpPr>
          <p:cNvPr id="7" name="Rectangle 6">
            <a:extLst>
              <a:ext uri="{FF2B5EF4-FFF2-40B4-BE49-F238E27FC236}">
                <a16:creationId xmlns:a16="http://schemas.microsoft.com/office/drawing/2014/main" id="{850AA271-B0BA-42CD-A544-17AAB1FA2EEA}"/>
              </a:ext>
            </a:extLst>
          </p:cNvPr>
          <p:cNvSpPr/>
          <p:nvPr userDrawn="1"/>
        </p:nvSpPr>
        <p:spPr>
          <a:xfrm>
            <a:off x="0" y="0"/>
            <a:ext cx="12192000" cy="1404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122132218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 preserve="1">
  <p:cSld name="Title and Content Larg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DE70B5-BA04-4DB3-853D-A1C05ADF828C}"/>
              </a:ext>
            </a:extLst>
          </p:cNvPr>
          <p:cNvSpPr>
            <a:spLocks noGrp="1"/>
          </p:cNvSpPr>
          <p:nvPr>
            <p:ph type="title" hasCustomPrompt="1"/>
          </p:nvPr>
        </p:nvSpPr>
        <p:spPr>
          <a:xfrm>
            <a:off x="954000" y="775255"/>
            <a:ext cx="7361569" cy="365125"/>
          </a:xfrm>
        </p:spPr>
        <p:txBody>
          <a:bodyPr/>
          <a:lstStyle/>
          <a:p>
            <a:r>
              <a:rPr lang="en-US"/>
              <a:t>Click to add title.</a:t>
            </a:r>
            <a:endParaRPr lang="en-GB"/>
          </a:p>
        </p:txBody>
      </p:sp>
      <p:sp>
        <p:nvSpPr>
          <p:cNvPr id="3" name="Content Placeholder 2">
            <a:extLst>
              <a:ext uri="{FF2B5EF4-FFF2-40B4-BE49-F238E27FC236}">
                <a16:creationId xmlns:a16="http://schemas.microsoft.com/office/drawing/2014/main" id="{70440712-862D-4568-80A4-86117B896766}"/>
              </a:ext>
            </a:extLst>
          </p:cNvPr>
          <p:cNvSpPr>
            <a:spLocks noGrp="1"/>
          </p:cNvSpPr>
          <p:nvPr>
            <p:ph idx="1" hasCustomPrompt="1"/>
          </p:nvPr>
        </p:nvSpPr>
        <p:spPr>
          <a:xfrm>
            <a:off x="970139" y="1367692"/>
            <a:ext cx="10251722" cy="4923693"/>
          </a:xfrm>
        </p:spPr>
        <p:txBody>
          <a:bodyPr vert="horz" lIns="0" tIns="0" rIns="0" bIns="0" rtlCol="0">
            <a:noAutofit/>
          </a:bodyPr>
          <a:lstStyle>
            <a:lvl1pPr>
              <a:defRPr lang="en-US" b="0" dirty="0" smtClean="0">
                <a:solidFill>
                  <a:srgbClr val="203232"/>
                </a:solidFill>
              </a:defRPr>
            </a:lvl1pPr>
            <a:lvl2pPr>
              <a:defRPr lang="en-US" dirty="0" smtClean="0"/>
            </a:lvl2pPr>
            <a:lvl3pPr>
              <a:defRPr lang="en-GB" dirty="0"/>
            </a:lvl3pPr>
            <a:lvl5pPr>
              <a:defRPr>
                <a:solidFill>
                  <a:schemeClr val="accent4"/>
                </a:solidFill>
              </a:defRPr>
            </a:lvl5pPr>
          </a:lstStyle>
          <a:p>
            <a:pPr lvl="0"/>
            <a:r>
              <a:rPr lang="en-GB"/>
              <a:t>Add Text</a:t>
            </a:r>
          </a:p>
        </p:txBody>
      </p:sp>
      <p:sp>
        <p:nvSpPr>
          <p:cNvPr id="6" name="Slide Number Placeholder 5">
            <a:extLst>
              <a:ext uri="{FF2B5EF4-FFF2-40B4-BE49-F238E27FC236}">
                <a16:creationId xmlns:a16="http://schemas.microsoft.com/office/drawing/2014/main" id="{3B7428FC-C061-4730-9EA5-A52A00413991}"/>
              </a:ext>
            </a:extLst>
          </p:cNvPr>
          <p:cNvSpPr>
            <a:spLocks noGrp="1"/>
          </p:cNvSpPr>
          <p:nvPr>
            <p:ph type="sldNum" sz="quarter" idx="12"/>
          </p:nvPr>
        </p:nvSpPr>
        <p:spPr/>
        <p:txBody>
          <a:bodyPr/>
          <a:lstStyle/>
          <a:p>
            <a:fld id="{E4D355CA-84B7-41B1-B164-8BB439CC7C6B}" type="slidenum">
              <a:rPr lang="en-GB" smtClean="0"/>
              <a:pPr/>
              <a:t>‹#›</a:t>
            </a:fld>
            <a:endParaRPr lang="en-GB"/>
          </a:p>
        </p:txBody>
      </p:sp>
      <p:sp>
        <p:nvSpPr>
          <p:cNvPr id="7" name="Rectangle 6">
            <a:extLst>
              <a:ext uri="{FF2B5EF4-FFF2-40B4-BE49-F238E27FC236}">
                <a16:creationId xmlns:a16="http://schemas.microsoft.com/office/drawing/2014/main" id="{850AA271-B0BA-42CD-A544-17AAB1FA2EEA}"/>
              </a:ext>
            </a:extLst>
          </p:cNvPr>
          <p:cNvSpPr/>
          <p:nvPr userDrawn="1"/>
        </p:nvSpPr>
        <p:spPr>
          <a:xfrm>
            <a:off x="0" y="0"/>
            <a:ext cx="12192000" cy="1404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105573051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Content Large blue">
    <p:bg>
      <p:bgPr>
        <a:solidFill>
          <a:schemeClr val="accent1"/>
        </a:solidFill>
        <a:effectLst/>
      </p:bgPr>
    </p:bg>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3B7428FC-C061-4730-9EA5-A52A00413991}"/>
              </a:ext>
            </a:extLst>
          </p:cNvPr>
          <p:cNvSpPr>
            <a:spLocks noGrp="1"/>
          </p:cNvSpPr>
          <p:nvPr>
            <p:ph type="sldNum" sz="quarter" idx="12"/>
          </p:nvPr>
        </p:nvSpPr>
        <p:spPr/>
        <p:txBody>
          <a:bodyPr/>
          <a:lstStyle>
            <a:lvl1pPr>
              <a:defRPr>
                <a:solidFill>
                  <a:schemeClr val="bg1"/>
                </a:solidFill>
              </a:defRPr>
            </a:lvl1pPr>
          </a:lstStyle>
          <a:p>
            <a:fld id="{E4D355CA-84B7-41B1-B164-8BB439CC7C6B}" type="slidenum">
              <a:rPr lang="en-GB" smtClean="0"/>
              <a:pPr/>
              <a:t>‹#›</a:t>
            </a:fld>
            <a:endParaRPr lang="en-GB"/>
          </a:p>
        </p:txBody>
      </p:sp>
      <p:sp>
        <p:nvSpPr>
          <p:cNvPr id="8" name="Content Placeholder 2">
            <a:extLst>
              <a:ext uri="{FF2B5EF4-FFF2-40B4-BE49-F238E27FC236}">
                <a16:creationId xmlns:a16="http://schemas.microsoft.com/office/drawing/2014/main" id="{B09D4C03-E8B1-644E-949B-F7AF91181833}"/>
              </a:ext>
            </a:extLst>
          </p:cNvPr>
          <p:cNvSpPr>
            <a:spLocks noGrp="1"/>
          </p:cNvSpPr>
          <p:nvPr>
            <p:ph idx="1" hasCustomPrompt="1"/>
          </p:nvPr>
        </p:nvSpPr>
        <p:spPr>
          <a:xfrm>
            <a:off x="970139" y="1367692"/>
            <a:ext cx="10251722" cy="4923693"/>
          </a:xfrm>
        </p:spPr>
        <p:txBody>
          <a:bodyPr vert="horz" lIns="0" tIns="0" rIns="0" bIns="0" rtlCol="0">
            <a:noAutofit/>
          </a:bodyPr>
          <a:lstStyle>
            <a:lvl1pPr>
              <a:defRPr lang="en-US" b="0" dirty="0" smtClean="0">
                <a:solidFill>
                  <a:schemeClr val="bg1"/>
                </a:solidFill>
              </a:defRPr>
            </a:lvl1pPr>
            <a:lvl2pPr>
              <a:defRPr lang="en-US" dirty="0" smtClean="0">
                <a:solidFill>
                  <a:schemeClr val="bg1"/>
                </a:solidFill>
              </a:defRPr>
            </a:lvl2pPr>
            <a:lvl3pPr>
              <a:defRPr lang="en-GB" dirty="0">
                <a:solidFill>
                  <a:schemeClr val="bg1"/>
                </a:solidFill>
              </a:defRPr>
            </a:lvl3pPr>
            <a:lvl4pPr>
              <a:defRPr>
                <a:solidFill>
                  <a:schemeClr val="bg1"/>
                </a:solidFill>
              </a:defRPr>
            </a:lvl4pPr>
            <a:lvl5pPr>
              <a:defRPr>
                <a:solidFill>
                  <a:schemeClr val="bg1"/>
                </a:solidFill>
              </a:defRPr>
            </a:lvl5pPr>
          </a:lstStyle>
          <a:p>
            <a:pPr lvl="0"/>
            <a:r>
              <a:rPr lang="en-US"/>
              <a:t>Add Text</a:t>
            </a:r>
            <a:endParaRPr lang="en-GB"/>
          </a:p>
        </p:txBody>
      </p:sp>
      <p:sp>
        <p:nvSpPr>
          <p:cNvPr id="5" name="Title 1">
            <a:extLst>
              <a:ext uri="{FF2B5EF4-FFF2-40B4-BE49-F238E27FC236}">
                <a16:creationId xmlns:a16="http://schemas.microsoft.com/office/drawing/2014/main" id="{02EDA17D-AAE6-954F-93C6-90B8D7B80BD1}"/>
              </a:ext>
            </a:extLst>
          </p:cNvPr>
          <p:cNvSpPr>
            <a:spLocks noGrp="1"/>
          </p:cNvSpPr>
          <p:nvPr>
            <p:ph type="title" hasCustomPrompt="1"/>
          </p:nvPr>
        </p:nvSpPr>
        <p:spPr>
          <a:xfrm>
            <a:off x="954000" y="775255"/>
            <a:ext cx="7361569" cy="365125"/>
          </a:xfrm>
        </p:spPr>
        <p:txBody>
          <a:bodyPr/>
          <a:lstStyle>
            <a:lvl1pPr>
              <a:defRPr>
                <a:solidFill>
                  <a:schemeClr val="bg1"/>
                </a:solidFill>
              </a:defRPr>
            </a:lvl1pPr>
          </a:lstStyle>
          <a:p>
            <a:r>
              <a:rPr lang="en-US"/>
              <a:t>Click to add title.</a:t>
            </a:r>
            <a:endParaRPr lang="en-GB"/>
          </a:p>
        </p:txBody>
      </p:sp>
    </p:spTree>
    <p:extLst>
      <p:ext uri="{BB962C8B-B14F-4D97-AF65-F5344CB8AC3E}">
        <p14:creationId xmlns:p14="http://schemas.microsoft.com/office/powerpoint/2010/main" val="184062098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 Image + Content">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AAFE49-0143-472F-897B-A7DAB87AB4E4}"/>
              </a:ext>
            </a:extLst>
          </p:cNvPr>
          <p:cNvSpPr>
            <a:spLocks noGrp="1"/>
          </p:cNvSpPr>
          <p:nvPr>
            <p:ph type="title"/>
          </p:nvPr>
        </p:nvSpPr>
        <p:spPr/>
        <p:txBody>
          <a:bodyPr/>
          <a:lstStyle/>
          <a:p>
            <a:r>
              <a:rPr lang="en-US"/>
              <a:t>Click to edit Master title style</a:t>
            </a:r>
            <a:endParaRPr lang="en-GB"/>
          </a:p>
        </p:txBody>
      </p:sp>
      <p:sp>
        <p:nvSpPr>
          <p:cNvPr id="4" name="Content Placeholder 3">
            <a:extLst>
              <a:ext uri="{FF2B5EF4-FFF2-40B4-BE49-F238E27FC236}">
                <a16:creationId xmlns:a16="http://schemas.microsoft.com/office/drawing/2014/main" id="{46F0C709-1F3D-4B13-A290-4041A33FB10E}"/>
              </a:ext>
            </a:extLst>
          </p:cNvPr>
          <p:cNvSpPr>
            <a:spLocks noGrp="1"/>
          </p:cNvSpPr>
          <p:nvPr>
            <p:ph sz="half" idx="2" hasCustomPrompt="1"/>
          </p:nvPr>
        </p:nvSpPr>
        <p:spPr>
          <a:xfrm>
            <a:off x="7835952" y="2728800"/>
            <a:ext cx="2959200" cy="3164000"/>
          </a:xfrm>
        </p:spPr>
        <p:txBody>
          <a:bodyPr vert="horz" lIns="0" tIns="0" rIns="0" bIns="0" rtlCol="0">
            <a:noAutofit/>
          </a:bodyPr>
          <a:lstStyle>
            <a:lvl1pPr>
              <a:defRPr lang="en-US" b="0" dirty="0" smtClean="0">
                <a:solidFill>
                  <a:srgbClr val="203232"/>
                </a:solidFill>
              </a:defRPr>
            </a:lvl1pPr>
            <a:lvl2pPr>
              <a:defRPr lang="en-US" dirty="0" smtClean="0"/>
            </a:lvl2pPr>
            <a:lvl3pPr>
              <a:defRPr lang="en-US" dirty="0" smtClean="0"/>
            </a:lvl3pPr>
            <a:lvl4pPr>
              <a:defRPr lang="en-GB" spc="-100" baseline="0" dirty="0"/>
            </a:lvl4pPr>
            <a:lvl5pPr>
              <a:defRPr spc="-100" baseline="0">
                <a:solidFill>
                  <a:schemeClr val="accent4"/>
                </a:solidFill>
              </a:defRPr>
            </a:lvl5pPr>
          </a:lstStyle>
          <a:p>
            <a:pPr lvl="0"/>
            <a:r>
              <a:rPr lang="en-GB" b="0"/>
              <a:t>Add Text</a:t>
            </a:r>
            <a:endParaRPr lang="en-GB"/>
          </a:p>
        </p:txBody>
      </p:sp>
      <p:sp>
        <p:nvSpPr>
          <p:cNvPr id="6" name="Footer Placeholder 5">
            <a:extLst>
              <a:ext uri="{FF2B5EF4-FFF2-40B4-BE49-F238E27FC236}">
                <a16:creationId xmlns:a16="http://schemas.microsoft.com/office/drawing/2014/main" id="{60A8C9C5-E913-47B9-82DE-196768E6D657}"/>
              </a:ext>
            </a:extLst>
          </p:cNvPr>
          <p:cNvSpPr>
            <a:spLocks noGrp="1"/>
          </p:cNvSpPr>
          <p:nvPr>
            <p:ph type="ftr" sz="quarter" idx="11"/>
          </p:nvPr>
        </p:nvSpPr>
        <p:spPr/>
        <p:txBody>
          <a:bodyPr/>
          <a:lstStyle/>
          <a:p>
            <a:r>
              <a:rPr lang="en-GB"/>
              <a:t>PRESENTATION TITLE (ADD VIA INSERT, HEADER &amp; FOOTER)</a:t>
            </a:r>
          </a:p>
        </p:txBody>
      </p:sp>
      <p:sp>
        <p:nvSpPr>
          <p:cNvPr id="7" name="Slide Number Placeholder 6">
            <a:extLst>
              <a:ext uri="{FF2B5EF4-FFF2-40B4-BE49-F238E27FC236}">
                <a16:creationId xmlns:a16="http://schemas.microsoft.com/office/drawing/2014/main" id="{E1558F66-ECA3-4B00-A383-8D2B86217C93}"/>
              </a:ext>
            </a:extLst>
          </p:cNvPr>
          <p:cNvSpPr>
            <a:spLocks noGrp="1"/>
          </p:cNvSpPr>
          <p:nvPr>
            <p:ph type="sldNum" sz="quarter" idx="12"/>
          </p:nvPr>
        </p:nvSpPr>
        <p:spPr/>
        <p:txBody>
          <a:bodyPr/>
          <a:lstStyle/>
          <a:p>
            <a:fld id="{E4D355CA-84B7-41B1-B164-8BB439CC7C6B}" type="slidenum">
              <a:rPr lang="en-GB" smtClean="0"/>
              <a:pPr/>
              <a:t>‹#›</a:t>
            </a:fld>
            <a:endParaRPr lang="en-GB"/>
          </a:p>
        </p:txBody>
      </p:sp>
      <p:sp>
        <p:nvSpPr>
          <p:cNvPr id="10" name="Picture Placeholder 9">
            <a:extLst>
              <a:ext uri="{FF2B5EF4-FFF2-40B4-BE49-F238E27FC236}">
                <a16:creationId xmlns:a16="http://schemas.microsoft.com/office/drawing/2014/main" id="{874043F1-6F14-49BD-83CA-12B559ABC101}"/>
              </a:ext>
            </a:extLst>
          </p:cNvPr>
          <p:cNvSpPr>
            <a:spLocks noGrp="1"/>
          </p:cNvSpPr>
          <p:nvPr>
            <p:ph type="pic" sz="quarter" idx="13"/>
          </p:nvPr>
        </p:nvSpPr>
        <p:spPr>
          <a:xfrm>
            <a:off x="954088" y="2728913"/>
            <a:ext cx="6400800" cy="4129087"/>
          </a:xfrm>
        </p:spPr>
        <p:txBody>
          <a:bodyPr/>
          <a:lstStyle/>
          <a:p>
            <a:endParaRPr lang="en-GB"/>
          </a:p>
        </p:txBody>
      </p:sp>
      <p:sp>
        <p:nvSpPr>
          <p:cNvPr id="11" name="Rectangle 10">
            <a:extLst>
              <a:ext uri="{FF2B5EF4-FFF2-40B4-BE49-F238E27FC236}">
                <a16:creationId xmlns:a16="http://schemas.microsoft.com/office/drawing/2014/main" id="{4B51C537-0174-43E5-8B81-C80AF1D06831}"/>
              </a:ext>
            </a:extLst>
          </p:cNvPr>
          <p:cNvSpPr/>
          <p:nvPr userDrawn="1"/>
        </p:nvSpPr>
        <p:spPr>
          <a:xfrm>
            <a:off x="0" y="0"/>
            <a:ext cx="12192000" cy="1404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253411371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 Content + 2 Images">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AAFE49-0143-472F-897B-A7DAB87AB4E4}"/>
              </a:ext>
            </a:extLst>
          </p:cNvPr>
          <p:cNvSpPr>
            <a:spLocks noGrp="1"/>
          </p:cNvSpPr>
          <p:nvPr>
            <p:ph type="title"/>
          </p:nvPr>
        </p:nvSpPr>
        <p:spPr/>
        <p:txBody>
          <a:bodyPr/>
          <a:lstStyle/>
          <a:p>
            <a:r>
              <a:rPr lang="en-US"/>
              <a:t>Click to edit Master title style</a:t>
            </a:r>
            <a:endParaRPr lang="en-GB"/>
          </a:p>
        </p:txBody>
      </p:sp>
      <p:sp>
        <p:nvSpPr>
          <p:cNvPr id="6" name="Footer Placeholder 5">
            <a:extLst>
              <a:ext uri="{FF2B5EF4-FFF2-40B4-BE49-F238E27FC236}">
                <a16:creationId xmlns:a16="http://schemas.microsoft.com/office/drawing/2014/main" id="{60A8C9C5-E913-47B9-82DE-196768E6D657}"/>
              </a:ext>
            </a:extLst>
          </p:cNvPr>
          <p:cNvSpPr>
            <a:spLocks noGrp="1"/>
          </p:cNvSpPr>
          <p:nvPr>
            <p:ph type="ftr" sz="quarter" idx="11"/>
          </p:nvPr>
        </p:nvSpPr>
        <p:spPr/>
        <p:txBody>
          <a:bodyPr/>
          <a:lstStyle/>
          <a:p>
            <a:r>
              <a:rPr lang="en-GB"/>
              <a:t>PRESENTATION TITLE (ADD VIA INSERT, HEADER &amp; FOOTER)</a:t>
            </a:r>
          </a:p>
        </p:txBody>
      </p:sp>
      <p:sp>
        <p:nvSpPr>
          <p:cNvPr id="7" name="Slide Number Placeholder 6">
            <a:extLst>
              <a:ext uri="{FF2B5EF4-FFF2-40B4-BE49-F238E27FC236}">
                <a16:creationId xmlns:a16="http://schemas.microsoft.com/office/drawing/2014/main" id="{E1558F66-ECA3-4B00-A383-8D2B86217C93}"/>
              </a:ext>
            </a:extLst>
          </p:cNvPr>
          <p:cNvSpPr>
            <a:spLocks noGrp="1"/>
          </p:cNvSpPr>
          <p:nvPr>
            <p:ph type="sldNum" sz="quarter" idx="12"/>
          </p:nvPr>
        </p:nvSpPr>
        <p:spPr/>
        <p:txBody>
          <a:bodyPr/>
          <a:lstStyle/>
          <a:p>
            <a:fld id="{E4D355CA-84B7-41B1-B164-8BB439CC7C6B}" type="slidenum">
              <a:rPr lang="en-GB" smtClean="0"/>
              <a:pPr/>
              <a:t>‹#›</a:t>
            </a:fld>
            <a:endParaRPr lang="en-GB"/>
          </a:p>
        </p:txBody>
      </p:sp>
      <p:sp>
        <p:nvSpPr>
          <p:cNvPr id="8" name="Rectangle 7">
            <a:extLst>
              <a:ext uri="{FF2B5EF4-FFF2-40B4-BE49-F238E27FC236}">
                <a16:creationId xmlns:a16="http://schemas.microsoft.com/office/drawing/2014/main" id="{039FCF96-B7D6-4CCD-A4AE-46A67249D3BD}"/>
              </a:ext>
            </a:extLst>
          </p:cNvPr>
          <p:cNvSpPr/>
          <p:nvPr userDrawn="1"/>
        </p:nvSpPr>
        <p:spPr>
          <a:xfrm>
            <a:off x="0" y="0"/>
            <a:ext cx="12192000" cy="1404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 name="Content Placeholder 9">
            <a:extLst>
              <a:ext uri="{FF2B5EF4-FFF2-40B4-BE49-F238E27FC236}">
                <a16:creationId xmlns:a16="http://schemas.microsoft.com/office/drawing/2014/main" id="{741F3B7A-B2BF-40FC-8EB2-F1C37D316488}"/>
              </a:ext>
            </a:extLst>
          </p:cNvPr>
          <p:cNvSpPr>
            <a:spLocks noGrp="1"/>
          </p:cNvSpPr>
          <p:nvPr>
            <p:ph sz="quarter" idx="13" hasCustomPrompt="1"/>
          </p:nvPr>
        </p:nvSpPr>
        <p:spPr>
          <a:xfrm>
            <a:off x="953999" y="2728800"/>
            <a:ext cx="2959199" cy="3164000"/>
          </a:xfrm>
        </p:spPr>
        <p:txBody>
          <a:bodyPr vert="horz" lIns="0" tIns="0" rIns="0" bIns="0" rtlCol="0">
            <a:noAutofit/>
          </a:bodyPr>
          <a:lstStyle>
            <a:lvl1pPr>
              <a:defRPr lang="en-US" b="0" dirty="0" smtClean="0">
                <a:solidFill>
                  <a:srgbClr val="203232"/>
                </a:solidFill>
              </a:defRPr>
            </a:lvl1pPr>
            <a:lvl2pPr>
              <a:defRPr lang="en-US" dirty="0" smtClean="0"/>
            </a:lvl2pPr>
            <a:lvl3pPr>
              <a:defRPr lang="en-US" dirty="0" smtClean="0"/>
            </a:lvl3pPr>
            <a:lvl4pPr>
              <a:defRPr lang="en-US" dirty="0" smtClean="0"/>
            </a:lvl4pPr>
            <a:lvl5pPr>
              <a:defRPr lang="en-GB" dirty="0">
                <a:solidFill>
                  <a:schemeClr val="accent4"/>
                </a:solidFill>
              </a:defRPr>
            </a:lvl5pPr>
          </a:lstStyle>
          <a:p>
            <a:pPr lvl="0"/>
            <a:r>
              <a:rPr lang="en-GB" b="0"/>
              <a:t>Add Text</a:t>
            </a:r>
            <a:endParaRPr lang="en-GB"/>
          </a:p>
        </p:txBody>
      </p:sp>
      <p:sp>
        <p:nvSpPr>
          <p:cNvPr id="9" name="Content Placeholder 9">
            <a:extLst>
              <a:ext uri="{FF2B5EF4-FFF2-40B4-BE49-F238E27FC236}">
                <a16:creationId xmlns:a16="http://schemas.microsoft.com/office/drawing/2014/main" id="{75B7A667-B99F-7A41-AAC3-ED24B9B1D92E}"/>
              </a:ext>
            </a:extLst>
          </p:cNvPr>
          <p:cNvSpPr>
            <a:spLocks noGrp="1"/>
          </p:cNvSpPr>
          <p:nvPr>
            <p:ph sz="quarter" idx="14" hasCustomPrompt="1"/>
          </p:nvPr>
        </p:nvSpPr>
        <p:spPr>
          <a:xfrm>
            <a:off x="8278804" y="2728800"/>
            <a:ext cx="2959199" cy="3164000"/>
          </a:xfrm>
        </p:spPr>
        <p:txBody>
          <a:bodyPr vert="horz" lIns="0" tIns="0" rIns="0" bIns="0" rtlCol="0">
            <a:noAutofit/>
          </a:bodyPr>
          <a:lstStyle>
            <a:lvl1pPr>
              <a:defRPr lang="en-US" b="0" dirty="0" smtClean="0">
                <a:solidFill>
                  <a:srgbClr val="203232"/>
                </a:solidFill>
              </a:defRPr>
            </a:lvl1pPr>
            <a:lvl2pPr>
              <a:defRPr lang="en-US" dirty="0" smtClean="0"/>
            </a:lvl2pPr>
            <a:lvl3pPr>
              <a:defRPr lang="en-US" dirty="0" smtClean="0"/>
            </a:lvl3pPr>
            <a:lvl4pPr>
              <a:defRPr lang="en-US" dirty="0" smtClean="0"/>
            </a:lvl4pPr>
            <a:lvl5pPr>
              <a:defRPr lang="en-GB" dirty="0">
                <a:solidFill>
                  <a:schemeClr val="accent4"/>
                </a:solidFill>
              </a:defRPr>
            </a:lvl5pPr>
          </a:lstStyle>
          <a:p>
            <a:pPr lvl="0"/>
            <a:r>
              <a:rPr lang="en-GB" b="0"/>
              <a:t>Add Text</a:t>
            </a:r>
            <a:endParaRPr lang="en-GB"/>
          </a:p>
        </p:txBody>
      </p:sp>
      <p:sp>
        <p:nvSpPr>
          <p:cNvPr id="11" name="Content Placeholder 9">
            <a:extLst>
              <a:ext uri="{FF2B5EF4-FFF2-40B4-BE49-F238E27FC236}">
                <a16:creationId xmlns:a16="http://schemas.microsoft.com/office/drawing/2014/main" id="{93C1FF47-695D-B348-AF37-1ADF5736FA9E}"/>
              </a:ext>
            </a:extLst>
          </p:cNvPr>
          <p:cNvSpPr>
            <a:spLocks noGrp="1"/>
          </p:cNvSpPr>
          <p:nvPr>
            <p:ph sz="quarter" idx="15" hasCustomPrompt="1"/>
          </p:nvPr>
        </p:nvSpPr>
        <p:spPr>
          <a:xfrm>
            <a:off x="4613975" y="2728800"/>
            <a:ext cx="2959199" cy="3164000"/>
          </a:xfrm>
        </p:spPr>
        <p:txBody>
          <a:bodyPr vert="horz" lIns="0" tIns="0" rIns="0" bIns="0" rtlCol="0">
            <a:noAutofit/>
          </a:bodyPr>
          <a:lstStyle>
            <a:lvl1pPr>
              <a:defRPr lang="en-US" b="0" dirty="0" smtClean="0">
                <a:solidFill>
                  <a:srgbClr val="203232"/>
                </a:solidFill>
              </a:defRPr>
            </a:lvl1pPr>
            <a:lvl2pPr>
              <a:defRPr lang="en-US" dirty="0" smtClean="0"/>
            </a:lvl2pPr>
            <a:lvl3pPr>
              <a:defRPr lang="en-US" dirty="0" smtClean="0"/>
            </a:lvl3pPr>
            <a:lvl4pPr>
              <a:defRPr lang="en-US" dirty="0" smtClean="0"/>
            </a:lvl4pPr>
            <a:lvl5pPr>
              <a:defRPr lang="en-GB" dirty="0">
                <a:solidFill>
                  <a:schemeClr val="accent4"/>
                </a:solidFill>
              </a:defRPr>
            </a:lvl5pPr>
          </a:lstStyle>
          <a:p>
            <a:pPr lvl="0"/>
            <a:r>
              <a:rPr lang="en-GB" b="0"/>
              <a:t>Add Text</a:t>
            </a:r>
            <a:endParaRPr lang="en-GB"/>
          </a:p>
        </p:txBody>
      </p:sp>
    </p:spTree>
    <p:extLst>
      <p:ext uri="{BB962C8B-B14F-4D97-AF65-F5344CB8AC3E}">
        <p14:creationId xmlns:p14="http://schemas.microsoft.com/office/powerpoint/2010/main" val="89604711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Full Bleed Image">
    <p:bg>
      <p:bgPr>
        <a:solidFill>
          <a:schemeClr val="accent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A307C322-846C-9045-AD91-A93C82FC5AAF}"/>
              </a:ext>
            </a:extLst>
          </p:cNvPr>
          <p:cNvSpPr>
            <a:spLocks noGrp="1"/>
          </p:cNvSpPr>
          <p:nvPr>
            <p:ph type="pic" sz="quarter" idx="10" hasCustomPrompt="1"/>
          </p:nvPr>
        </p:nvSpPr>
        <p:spPr>
          <a:xfrm>
            <a:off x="0" y="0"/>
            <a:ext cx="12192000" cy="6858000"/>
          </a:xfrm>
        </p:spPr>
        <p:txBody>
          <a:bodyPr/>
          <a:lstStyle>
            <a:lvl1pPr>
              <a:defRPr>
                <a:solidFill>
                  <a:schemeClr val="bg1"/>
                </a:solidFill>
              </a:defRPr>
            </a:lvl1pPr>
          </a:lstStyle>
          <a:p>
            <a:r>
              <a:rPr lang="en-US"/>
              <a:t>Picture</a:t>
            </a:r>
          </a:p>
        </p:txBody>
      </p:sp>
    </p:spTree>
    <p:extLst>
      <p:ext uri="{BB962C8B-B14F-4D97-AF65-F5344CB8AC3E}">
        <p14:creationId xmlns:p14="http://schemas.microsoft.com/office/powerpoint/2010/main" val="292035214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Video">
    <p:bg>
      <p:bgPr>
        <a:solidFill>
          <a:schemeClr val="accent1"/>
        </a:solidFill>
        <a:effectLst/>
      </p:bgPr>
    </p:bg>
    <p:spTree>
      <p:nvGrpSpPr>
        <p:cNvPr id="1" name=""/>
        <p:cNvGrpSpPr/>
        <p:nvPr/>
      </p:nvGrpSpPr>
      <p:grpSpPr>
        <a:xfrm>
          <a:off x="0" y="0"/>
          <a:ext cx="0" cy="0"/>
          <a:chOff x="0" y="0"/>
          <a:chExt cx="0" cy="0"/>
        </a:xfrm>
      </p:grpSpPr>
      <p:sp>
        <p:nvSpPr>
          <p:cNvPr id="9" name="Media Placeholder 8">
            <a:extLst>
              <a:ext uri="{FF2B5EF4-FFF2-40B4-BE49-F238E27FC236}">
                <a16:creationId xmlns:a16="http://schemas.microsoft.com/office/drawing/2014/main" id="{9ABCF9A5-761F-434B-BBB5-D788CB1E79D8}"/>
              </a:ext>
            </a:extLst>
          </p:cNvPr>
          <p:cNvSpPr>
            <a:spLocks noGrp="1"/>
          </p:cNvSpPr>
          <p:nvPr>
            <p:ph type="media" sz="quarter" idx="10"/>
          </p:nvPr>
        </p:nvSpPr>
        <p:spPr>
          <a:xfrm>
            <a:off x="140400" y="140400"/>
            <a:ext cx="11916000" cy="6580800"/>
          </a:xfrm>
          <a:solidFill>
            <a:schemeClr val="bg1"/>
          </a:solidFill>
        </p:spPr>
        <p:txBody>
          <a:bodyPr/>
          <a:lstStyle/>
          <a:p>
            <a:endParaRPr lang="en-GB"/>
          </a:p>
        </p:txBody>
      </p:sp>
    </p:spTree>
    <p:extLst>
      <p:ext uri="{BB962C8B-B14F-4D97-AF65-F5344CB8AC3E}">
        <p14:creationId xmlns:p14="http://schemas.microsoft.com/office/powerpoint/2010/main" val="320280982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Icons and text">
    <p:bg>
      <p:bgPr>
        <a:solidFill>
          <a:schemeClr val="bg1"/>
        </a:solidFill>
        <a:effectLst/>
      </p:bgPr>
    </p:bg>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962B6D5D-0892-4B4E-86D9-894852B1242C}"/>
              </a:ext>
            </a:extLst>
          </p:cNvPr>
          <p:cNvSpPr>
            <a:spLocks noGrp="1"/>
          </p:cNvSpPr>
          <p:nvPr>
            <p:ph type="ftr" sz="quarter" idx="11"/>
          </p:nvPr>
        </p:nvSpPr>
        <p:spPr/>
        <p:txBody>
          <a:bodyPr/>
          <a:lstStyle/>
          <a:p>
            <a:r>
              <a:rPr lang="en-GB"/>
              <a:t>PRESENTATION TITLE (ADD VIA INSERT, HEADER &amp; FOOTER)</a:t>
            </a:r>
          </a:p>
        </p:txBody>
      </p:sp>
      <p:sp>
        <p:nvSpPr>
          <p:cNvPr id="6" name="Slide Number Placeholder 5">
            <a:extLst>
              <a:ext uri="{FF2B5EF4-FFF2-40B4-BE49-F238E27FC236}">
                <a16:creationId xmlns:a16="http://schemas.microsoft.com/office/drawing/2014/main" id="{3B7428FC-C061-4730-9EA5-A52A00413991}"/>
              </a:ext>
            </a:extLst>
          </p:cNvPr>
          <p:cNvSpPr>
            <a:spLocks noGrp="1"/>
          </p:cNvSpPr>
          <p:nvPr>
            <p:ph type="sldNum" sz="quarter" idx="12"/>
          </p:nvPr>
        </p:nvSpPr>
        <p:spPr/>
        <p:txBody>
          <a:bodyPr/>
          <a:lstStyle/>
          <a:p>
            <a:fld id="{E4D355CA-84B7-41B1-B164-8BB439CC7C6B}" type="slidenum">
              <a:rPr lang="en-GB" smtClean="0"/>
              <a:pPr/>
              <a:t>‹#›</a:t>
            </a:fld>
            <a:endParaRPr lang="en-GB"/>
          </a:p>
        </p:txBody>
      </p:sp>
      <p:sp>
        <p:nvSpPr>
          <p:cNvPr id="7" name="Rectangle 6">
            <a:extLst>
              <a:ext uri="{FF2B5EF4-FFF2-40B4-BE49-F238E27FC236}">
                <a16:creationId xmlns:a16="http://schemas.microsoft.com/office/drawing/2014/main" id="{850AA271-B0BA-42CD-A544-17AAB1FA2EEA}"/>
              </a:ext>
            </a:extLst>
          </p:cNvPr>
          <p:cNvSpPr/>
          <p:nvPr userDrawn="1"/>
        </p:nvSpPr>
        <p:spPr>
          <a:xfrm>
            <a:off x="0" y="0"/>
            <a:ext cx="12192000" cy="1404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6" name="Content Placeholder 2">
            <a:extLst>
              <a:ext uri="{FF2B5EF4-FFF2-40B4-BE49-F238E27FC236}">
                <a16:creationId xmlns:a16="http://schemas.microsoft.com/office/drawing/2014/main" id="{699880E3-4DE3-A642-9738-DF49DDCC9AC5}"/>
              </a:ext>
            </a:extLst>
          </p:cNvPr>
          <p:cNvSpPr>
            <a:spLocks noGrp="1"/>
          </p:cNvSpPr>
          <p:nvPr>
            <p:ph idx="18" hasCustomPrompt="1"/>
          </p:nvPr>
        </p:nvSpPr>
        <p:spPr>
          <a:xfrm>
            <a:off x="970139" y="4079342"/>
            <a:ext cx="3144661" cy="2252134"/>
          </a:xfrm>
        </p:spPr>
        <p:txBody>
          <a:bodyPr vert="horz" lIns="0" tIns="0" rIns="0" bIns="0" rtlCol="0">
            <a:noAutofit/>
          </a:bodyPr>
          <a:lstStyle>
            <a:lvl1pPr>
              <a:defRPr lang="en-US" b="0" dirty="0" smtClean="0">
                <a:solidFill>
                  <a:srgbClr val="203232"/>
                </a:solidFill>
              </a:defRPr>
            </a:lvl1pPr>
            <a:lvl2pPr>
              <a:defRPr lang="en-US" dirty="0" smtClean="0"/>
            </a:lvl2pPr>
            <a:lvl3pPr>
              <a:defRPr lang="en-GB" dirty="0"/>
            </a:lvl3pPr>
            <a:lvl5pPr>
              <a:defRPr>
                <a:solidFill>
                  <a:schemeClr val="accent4"/>
                </a:solidFill>
              </a:defRPr>
            </a:lvl5pPr>
          </a:lstStyle>
          <a:p>
            <a:pPr lvl="0"/>
            <a:r>
              <a:rPr lang="en-GB"/>
              <a:t>Add Text</a:t>
            </a:r>
          </a:p>
        </p:txBody>
      </p:sp>
      <p:sp>
        <p:nvSpPr>
          <p:cNvPr id="17" name="Content Placeholder 2">
            <a:extLst>
              <a:ext uri="{FF2B5EF4-FFF2-40B4-BE49-F238E27FC236}">
                <a16:creationId xmlns:a16="http://schemas.microsoft.com/office/drawing/2014/main" id="{CF37D495-D835-8E4B-A177-5E12F893DDCA}"/>
              </a:ext>
            </a:extLst>
          </p:cNvPr>
          <p:cNvSpPr>
            <a:spLocks noGrp="1"/>
          </p:cNvSpPr>
          <p:nvPr>
            <p:ph idx="19" hasCustomPrompt="1"/>
          </p:nvPr>
        </p:nvSpPr>
        <p:spPr>
          <a:xfrm>
            <a:off x="8077200" y="4062209"/>
            <a:ext cx="3144661" cy="2252134"/>
          </a:xfrm>
        </p:spPr>
        <p:txBody>
          <a:bodyPr vert="horz" lIns="0" tIns="0" rIns="0" bIns="0" rtlCol="0">
            <a:noAutofit/>
          </a:bodyPr>
          <a:lstStyle>
            <a:lvl1pPr marL="0" marR="0" indent="0" algn="l" defTabSz="914400" rtl="0" eaLnBrk="1" fontAlgn="auto" latinLnBrk="0" hangingPunct="1">
              <a:lnSpc>
                <a:spcPts val="2880"/>
              </a:lnSpc>
              <a:spcBef>
                <a:spcPts val="0"/>
              </a:spcBef>
              <a:spcAft>
                <a:spcPts val="992"/>
              </a:spcAft>
              <a:buClrTx/>
              <a:buSzTx/>
              <a:buFont typeface="Arial" panose="020B0604020202020204" pitchFamily="34" charset="0"/>
              <a:buNone/>
              <a:tabLst/>
              <a:defRPr lang="en-US" b="0">
                <a:solidFill>
                  <a:srgbClr val="203232"/>
                </a:solidFill>
              </a:defRPr>
            </a:lvl1pPr>
            <a:lvl2pPr>
              <a:defRPr lang="en-US" dirty="0" smtClean="0"/>
            </a:lvl2pPr>
            <a:lvl3pPr>
              <a:defRPr lang="en-GB" dirty="0"/>
            </a:lvl3pPr>
            <a:lvl5pPr>
              <a:defRPr>
                <a:solidFill>
                  <a:schemeClr val="accent4"/>
                </a:solidFill>
              </a:defRPr>
            </a:lvl5pPr>
          </a:lstStyle>
          <a:p>
            <a:pPr marL="0" marR="0" lvl="0" indent="0" algn="l" defTabSz="914400" rtl="0" eaLnBrk="1" fontAlgn="auto" latinLnBrk="0" hangingPunct="1">
              <a:lnSpc>
                <a:spcPts val="2880"/>
              </a:lnSpc>
              <a:spcBef>
                <a:spcPts val="0"/>
              </a:spcBef>
              <a:spcAft>
                <a:spcPts val="992"/>
              </a:spcAft>
              <a:buClrTx/>
              <a:buSzTx/>
              <a:buFont typeface="Arial" panose="020B0604020202020204" pitchFamily="34" charset="0"/>
              <a:buNone/>
              <a:tabLst/>
              <a:defRPr/>
            </a:pPr>
            <a:r>
              <a:rPr lang="en-GB"/>
              <a:t>Add </a:t>
            </a:r>
            <a:r>
              <a:rPr lang="en-US"/>
              <a:t>Text</a:t>
            </a:r>
            <a:endParaRPr lang="en-GB"/>
          </a:p>
        </p:txBody>
      </p:sp>
      <p:sp>
        <p:nvSpPr>
          <p:cNvPr id="18" name="Content Placeholder 2">
            <a:extLst>
              <a:ext uri="{FF2B5EF4-FFF2-40B4-BE49-F238E27FC236}">
                <a16:creationId xmlns:a16="http://schemas.microsoft.com/office/drawing/2014/main" id="{A6804C7E-983C-9246-90C0-AF8A0CE2CA84}"/>
              </a:ext>
            </a:extLst>
          </p:cNvPr>
          <p:cNvSpPr>
            <a:spLocks noGrp="1"/>
          </p:cNvSpPr>
          <p:nvPr>
            <p:ph idx="20" hasCustomPrompt="1"/>
          </p:nvPr>
        </p:nvSpPr>
        <p:spPr>
          <a:xfrm>
            <a:off x="4523669" y="4062209"/>
            <a:ext cx="3144661" cy="2252134"/>
          </a:xfrm>
        </p:spPr>
        <p:txBody>
          <a:bodyPr vert="horz" lIns="0" tIns="0" rIns="0" bIns="0" rtlCol="0">
            <a:noAutofit/>
          </a:bodyPr>
          <a:lstStyle>
            <a:lvl1pPr marL="0" marR="0" indent="0" algn="l" defTabSz="914400" rtl="0" eaLnBrk="1" fontAlgn="auto" latinLnBrk="0" hangingPunct="1">
              <a:lnSpc>
                <a:spcPts val="2880"/>
              </a:lnSpc>
              <a:spcBef>
                <a:spcPts val="0"/>
              </a:spcBef>
              <a:spcAft>
                <a:spcPts val="992"/>
              </a:spcAft>
              <a:buClrTx/>
              <a:buSzTx/>
              <a:buFont typeface="Arial" panose="020B0604020202020204" pitchFamily="34" charset="0"/>
              <a:buNone/>
              <a:tabLst/>
              <a:defRPr lang="en-US" b="0">
                <a:solidFill>
                  <a:srgbClr val="203232"/>
                </a:solidFill>
              </a:defRPr>
            </a:lvl1pPr>
            <a:lvl2pPr>
              <a:defRPr lang="en-US" dirty="0" smtClean="0"/>
            </a:lvl2pPr>
            <a:lvl3pPr>
              <a:defRPr lang="en-GB" dirty="0"/>
            </a:lvl3pPr>
            <a:lvl5pPr>
              <a:defRPr>
                <a:solidFill>
                  <a:schemeClr val="accent4"/>
                </a:solidFill>
              </a:defRPr>
            </a:lvl5pPr>
          </a:lstStyle>
          <a:p>
            <a:pPr marL="0" marR="0" lvl="0" indent="0" algn="l" defTabSz="914400" rtl="0" eaLnBrk="1" fontAlgn="auto" latinLnBrk="0" hangingPunct="1">
              <a:lnSpc>
                <a:spcPts val="2880"/>
              </a:lnSpc>
              <a:spcBef>
                <a:spcPts val="0"/>
              </a:spcBef>
              <a:spcAft>
                <a:spcPts val="992"/>
              </a:spcAft>
              <a:buClrTx/>
              <a:buSzTx/>
              <a:buFont typeface="Arial" panose="020B0604020202020204" pitchFamily="34" charset="0"/>
              <a:buNone/>
              <a:tabLst/>
              <a:defRPr/>
            </a:pPr>
            <a:r>
              <a:rPr lang="en-GB"/>
              <a:t>Add </a:t>
            </a:r>
            <a:r>
              <a:rPr lang="en-US"/>
              <a:t>Text</a:t>
            </a:r>
          </a:p>
        </p:txBody>
      </p:sp>
      <p:sp>
        <p:nvSpPr>
          <p:cNvPr id="8" name="Picture Placeholder 7">
            <a:extLst>
              <a:ext uri="{FF2B5EF4-FFF2-40B4-BE49-F238E27FC236}">
                <a16:creationId xmlns:a16="http://schemas.microsoft.com/office/drawing/2014/main" id="{84410427-8F1D-7541-9C05-AFDD3531678D}"/>
              </a:ext>
            </a:extLst>
          </p:cNvPr>
          <p:cNvSpPr>
            <a:spLocks noGrp="1"/>
          </p:cNvSpPr>
          <p:nvPr>
            <p:ph type="pic" sz="quarter" idx="23"/>
          </p:nvPr>
        </p:nvSpPr>
        <p:spPr>
          <a:xfrm>
            <a:off x="1462175" y="1640942"/>
            <a:ext cx="2160587" cy="2160588"/>
          </a:xfrm>
        </p:spPr>
        <p:txBody>
          <a:bodyPr/>
          <a:lstStyle/>
          <a:p>
            <a:endParaRPr lang="en-US"/>
          </a:p>
        </p:txBody>
      </p:sp>
      <p:sp>
        <p:nvSpPr>
          <p:cNvPr id="20" name="Picture Placeholder 7">
            <a:extLst>
              <a:ext uri="{FF2B5EF4-FFF2-40B4-BE49-F238E27FC236}">
                <a16:creationId xmlns:a16="http://schemas.microsoft.com/office/drawing/2014/main" id="{8B7D5964-7A97-5742-8717-CCB747F84A08}"/>
              </a:ext>
            </a:extLst>
          </p:cNvPr>
          <p:cNvSpPr>
            <a:spLocks noGrp="1"/>
          </p:cNvSpPr>
          <p:nvPr>
            <p:ph type="pic" sz="quarter" idx="24"/>
          </p:nvPr>
        </p:nvSpPr>
        <p:spPr>
          <a:xfrm>
            <a:off x="5015705" y="1640942"/>
            <a:ext cx="2160587" cy="2160588"/>
          </a:xfrm>
        </p:spPr>
        <p:txBody>
          <a:bodyPr/>
          <a:lstStyle/>
          <a:p>
            <a:endParaRPr lang="en-US"/>
          </a:p>
        </p:txBody>
      </p:sp>
      <p:sp>
        <p:nvSpPr>
          <p:cNvPr id="21" name="Picture Placeholder 7">
            <a:extLst>
              <a:ext uri="{FF2B5EF4-FFF2-40B4-BE49-F238E27FC236}">
                <a16:creationId xmlns:a16="http://schemas.microsoft.com/office/drawing/2014/main" id="{344933FE-A401-A841-9AC3-B75285AA32D2}"/>
              </a:ext>
            </a:extLst>
          </p:cNvPr>
          <p:cNvSpPr>
            <a:spLocks noGrp="1"/>
          </p:cNvSpPr>
          <p:nvPr>
            <p:ph type="pic" sz="quarter" idx="25"/>
          </p:nvPr>
        </p:nvSpPr>
        <p:spPr>
          <a:xfrm>
            <a:off x="8569236" y="1640942"/>
            <a:ext cx="2160587" cy="2160588"/>
          </a:xfrm>
        </p:spPr>
        <p:txBody>
          <a:bodyPr/>
          <a:lstStyle/>
          <a:p>
            <a:endParaRPr lang="en-US"/>
          </a:p>
        </p:txBody>
      </p:sp>
    </p:spTree>
    <p:extLst>
      <p:ext uri="{BB962C8B-B14F-4D97-AF65-F5344CB8AC3E}">
        <p14:creationId xmlns:p14="http://schemas.microsoft.com/office/powerpoint/2010/main" val="361163166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End page">
    <p:bg>
      <p:bgPr>
        <a:solidFill>
          <a:schemeClr val="accent1"/>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EE2CE188-32E7-4242-9E44-E8055FC030CC}"/>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954002" y="5511600"/>
            <a:ext cx="2242795" cy="397958"/>
          </a:xfrm>
          <a:prstGeom prst="rect">
            <a:avLst/>
          </a:prstGeom>
        </p:spPr>
      </p:pic>
      <p:sp>
        <p:nvSpPr>
          <p:cNvPr id="2" name="Title 1">
            <a:extLst>
              <a:ext uri="{FF2B5EF4-FFF2-40B4-BE49-F238E27FC236}">
                <a16:creationId xmlns:a16="http://schemas.microsoft.com/office/drawing/2014/main" id="{7381B53D-9933-445F-9B68-E730EB38A5A9}"/>
              </a:ext>
            </a:extLst>
          </p:cNvPr>
          <p:cNvSpPr>
            <a:spLocks noGrp="1"/>
          </p:cNvSpPr>
          <p:nvPr>
            <p:ph type="ctrTitle"/>
          </p:nvPr>
        </p:nvSpPr>
        <p:spPr>
          <a:xfrm>
            <a:off x="926844" y="1964352"/>
            <a:ext cx="11828559" cy="1051570"/>
          </a:xfrm>
        </p:spPr>
        <p:txBody>
          <a:bodyPr vert="horz" wrap="none" lIns="0" tIns="0" rIns="0" bIns="0" rtlCol="0" anchor="t" anchorCtr="0">
            <a:noAutofit/>
          </a:bodyPr>
          <a:lstStyle>
            <a:lvl1pPr>
              <a:lnSpc>
                <a:spcPct val="100000"/>
              </a:lnSpc>
              <a:defRPr lang="en-GB" sz="7386" spc="-300" baseline="0" dirty="0">
                <a:solidFill>
                  <a:schemeClr val="bg1"/>
                </a:solidFill>
              </a:defRPr>
            </a:lvl1pPr>
          </a:lstStyle>
          <a:p>
            <a:pPr lvl="0">
              <a:lnSpc>
                <a:spcPts val="8186"/>
              </a:lnSpc>
            </a:pPr>
            <a:r>
              <a:rPr lang="en-US"/>
              <a:t>Click to edit Master title style</a:t>
            </a:r>
            <a:endParaRPr lang="en-GB"/>
          </a:p>
        </p:txBody>
      </p:sp>
      <p:sp>
        <p:nvSpPr>
          <p:cNvPr id="5" name="Footer Placeholder 4">
            <a:extLst>
              <a:ext uri="{FF2B5EF4-FFF2-40B4-BE49-F238E27FC236}">
                <a16:creationId xmlns:a16="http://schemas.microsoft.com/office/drawing/2014/main" id="{CA2BE80A-BFEC-E24A-B510-73A571F1F04F}"/>
              </a:ext>
            </a:extLst>
          </p:cNvPr>
          <p:cNvSpPr>
            <a:spLocks noGrp="1"/>
          </p:cNvSpPr>
          <p:nvPr>
            <p:ph type="ftr" sz="quarter" idx="11"/>
          </p:nvPr>
        </p:nvSpPr>
        <p:spPr>
          <a:xfrm>
            <a:off x="965289" y="779733"/>
            <a:ext cx="7176911" cy="230832"/>
          </a:xfrm>
        </p:spPr>
        <p:txBody>
          <a:bodyPr>
            <a:noAutofit/>
          </a:bodyPr>
          <a:lstStyle>
            <a:lvl1pPr>
              <a:defRPr>
                <a:solidFill>
                  <a:schemeClr val="bg1"/>
                </a:solidFill>
              </a:defRPr>
            </a:lvl1pPr>
          </a:lstStyle>
          <a:p>
            <a:r>
              <a:rPr lang="en-GB"/>
              <a:t>PRESENTATION TITLE (ADD VIA INSERT, HEADER &amp; FOOTER)</a:t>
            </a:r>
            <a:endParaRPr lang="en-GB">
              <a:solidFill>
                <a:schemeClr val="bg1"/>
              </a:solidFill>
            </a:endParaRPr>
          </a:p>
        </p:txBody>
      </p:sp>
      <p:sp>
        <p:nvSpPr>
          <p:cNvPr id="6" name="Slide Number Placeholder 5">
            <a:extLst>
              <a:ext uri="{FF2B5EF4-FFF2-40B4-BE49-F238E27FC236}">
                <a16:creationId xmlns:a16="http://schemas.microsoft.com/office/drawing/2014/main" id="{8E5B25B4-144A-5B4A-8EAD-2022412DF2F1}"/>
              </a:ext>
            </a:extLst>
          </p:cNvPr>
          <p:cNvSpPr>
            <a:spLocks noGrp="1"/>
          </p:cNvSpPr>
          <p:nvPr>
            <p:ph type="sldNum" sz="quarter" idx="12"/>
          </p:nvPr>
        </p:nvSpPr>
        <p:spPr>
          <a:xfrm>
            <a:off x="10616400" y="779733"/>
            <a:ext cx="622800" cy="230832"/>
          </a:xfrm>
        </p:spPr>
        <p:txBody>
          <a:bodyPr wrap="square">
            <a:noAutofit/>
          </a:bodyPr>
          <a:lstStyle>
            <a:lvl1pPr>
              <a:defRPr>
                <a:solidFill>
                  <a:schemeClr val="bg1"/>
                </a:solidFill>
              </a:defRPr>
            </a:lvl1pPr>
          </a:lstStyle>
          <a:p>
            <a:fld id="{E4D355CA-84B7-41B1-B164-8BB439CC7C6B}" type="slidenum">
              <a:rPr lang="en-GB" smtClean="0"/>
              <a:pPr/>
              <a:t>‹#›</a:t>
            </a:fld>
            <a:endParaRPr lang="en-GB"/>
          </a:p>
        </p:txBody>
      </p:sp>
    </p:spTree>
    <p:extLst>
      <p:ext uri="{BB962C8B-B14F-4D97-AF65-F5344CB8AC3E}">
        <p14:creationId xmlns:p14="http://schemas.microsoft.com/office/powerpoint/2010/main" val="86217016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cSld name="Blank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348037031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B1A62CF-E2B4-496D-829D-DCE37260977D}"/>
              </a:ext>
            </a:extLst>
          </p:cNvPr>
          <p:cNvSpPr>
            <a:spLocks noGrp="1"/>
          </p:cNvSpPr>
          <p:nvPr>
            <p:ph type="title"/>
          </p:nvPr>
        </p:nvSpPr>
        <p:spPr>
          <a:xfrm>
            <a:off x="954000" y="1890000"/>
            <a:ext cx="10279150" cy="365125"/>
          </a:xfrm>
          <a:prstGeom prst="rect">
            <a:avLst/>
          </a:prstGeom>
        </p:spPr>
        <p:txBody>
          <a:bodyPr vert="horz" lIns="0" tIns="0" rIns="0" bIns="0" rtlCol="0" anchor="t" anchorCtr="0">
            <a:no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DFD84EF4-0E07-4BF3-A4AB-3E8632AA79AD}"/>
              </a:ext>
            </a:extLst>
          </p:cNvPr>
          <p:cNvSpPr>
            <a:spLocks noGrp="1"/>
          </p:cNvSpPr>
          <p:nvPr>
            <p:ph type="body" idx="1"/>
          </p:nvPr>
        </p:nvSpPr>
        <p:spPr>
          <a:xfrm>
            <a:off x="970139" y="2717600"/>
            <a:ext cx="10279150" cy="3175200"/>
          </a:xfrm>
          <a:prstGeom prst="rect">
            <a:avLst/>
          </a:prstGeom>
        </p:spPr>
        <p:txBody>
          <a:bodyPr vert="horz" lIns="0" tIns="0" rIns="0" bIns="0" rtlCol="0">
            <a:noAutofit/>
          </a:bodyPr>
          <a:lstStyle/>
          <a:p>
            <a:pPr lvl="0"/>
            <a:r>
              <a:rPr lang="en-US"/>
              <a:t>Click to edit Master text styles</a:t>
            </a:r>
          </a:p>
          <a:p>
            <a:pPr lvl="1"/>
            <a:r>
              <a:rPr lang="en-US"/>
              <a:t>Second level</a:t>
            </a:r>
          </a:p>
          <a:p>
            <a:pPr lvl="2"/>
            <a:r>
              <a:rPr lang="en-US"/>
              <a:t>Third level</a:t>
            </a:r>
          </a:p>
          <a:p>
            <a:pPr lvl="3"/>
            <a:r>
              <a:rPr lang="en-GB"/>
              <a:t>Fourth level</a:t>
            </a:r>
          </a:p>
          <a:p>
            <a:pPr lvl="4"/>
            <a:r>
              <a:rPr lang="en-GB" b="1"/>
              <a:t>Fifth level</a:t>
            </a:r>
            <a:endParaRPr lang="en-GB"/>
          </a:p>
        </p:txBody>
      </p:sp>
      <p:sp>
        <p:nvSpPr>
          <p:cNvPr id="5" name="Footer Placeholder 4">
            <a:extLst>
              <a:ext uri="{FF2B5EF4-FFF2-40B4-BE49-F238E27FC236}">
                <a16:creationId xmlns:a16="http://schemas.microsoft.com/office/drawing/2014/main" id="{3B527A5D-B761-4C2F-97E6-5D8254424B8B}"/>
              </a:ext>
            </a:extLst>
          </p:cNvPr>
          <p:cNvSpPr>
            <a:spLocks noGrp="1"/>
          </p:cNvSpPr>
          <p:nvPr>
            <p:ph type="ftr" sz="quarter" idx="3"/>
          </p:nvPr>
        </p:nvSpPr>
        <p:spPr>
          <a:xfrm>
            <a:off x="970139" y="775255"/>
            <a:ext cx="7176911" cy="230832"/>
          </a:xfrm>
          <a:prstGeom prst="rect">
            <a:avLst/>
          </a:prstGeom>
        </p:spPr>
        <p:txBody>
          <a:bodyPr vert="horz" lIns="0" tIns="0" rIns="0" bIns="0" rtlCol="0" anchor="t" anchorCtr="0">
            <a:spAutoFit/>
          </a:bodyPr>
          <a:lstStyle>
            <a:lvl1pPr algn="l">
              <a:defRPr sz="1500">
                <a:solidFill>
                  <a:schemeClr val="tx1">
                    <a:tint val="75000"/>
                  </a:schemeClr>
                </a:solidFill>
              </a:defRPr>
            </a:lvl1pPr>
          </a:lstStyle>
          <a:p>
            <a:r>
              <a:rPr lang="en-GB"/>
              <a:t>PRESENTATION TITLE (ADD VIA INSERT, HEADER &amp; FOOTER)</a:t>
            </a:r>
          </a:p>
        </p:txBody>
      </p:sp>
      <p:sp>
        <p:nvSpPr>
          <p:cNvPr id="6" name="Slide Number Placeholder 5">
            <a:extLst>
              <a:ext uri="{FF2B5EF4-FFF2-40B4-BE49-F238E27FC236}">
                <a16:creationId xmlns:a16="http://schemas.microsoft.com/office/drawing/2014/main" id="{9CD661B1-4E4B-4F85-ACA3-C34023D70282}"/>
              </a:ext>
            </a:extLst>
          </p:cNvPr>
          <p:cNvSpPr>
            <a:spLocks noGrp="1"/>
          </p:cNvSpPr>
          <p:nvPr>
            <p:ph type="sldNum" sz="quarter" idx="4"/>
          </p:nvPr>
        </p:nvSpPr>
        <p:spPr>
          <a:xfrm>
            <a:off x="9821333" y="783355"/>
            <a:ext cx="1400528" cy="230832"/>
          </a:xfrm>
          <a:prstGeom prst="rect">
            <a:avLst/>
          </a:prstGeom>
        </p:spPr>
        <p:txBody>
          <a:bodyPr vert="horz" wrap="square" lIns="0" tIns="0" rIns="0" bIns="0" rtlCol="0" anchor="t" anchorCtr="0">
            <a:spAutoFit/>
          </a:bodyPr>
          <a:lstStyle>
            <a:lvl1pPr algn="r">
              <a:defRPr sz="1500" b="1">
                <a:solidFill>
                  <a:schemeClr val="tx1">
                    <a:tint val="75000"/>
                  </a:schemeClr>
                </a:solidFill>
              </a:defRPr>
            </a:lvl1pPr>
          </a:lstStyle>
          <a:p>
            <a:fld id="{E4D355CA-84B7-41B1-B164-8BB439CC7C6B}" type="slidenum">
              <a:rPr lang="en-GB" smtClean="0"/>
              <a:pPr/>
              <a:t>‹#›</a:t>
            </a:fld>
            <a:endParaRPr lang="en-GB"/>
          </a:p>
        </p:txBody>
      </p:sp>
    </p:spTree>
    <p:extLst>
      <p:ext uri="{BB962C8B-B14F-4D97-AF65-F5344CB8AC3E}">
        <p14:creationId xmlns:p14="http://schemas.microsoft.com/office/powerpoint/2010/main" val="1619008365"/>
      </p:ext>
    </p:extLst>
  </p:cSld>
  <p:clrMap bg1="lt1" tx1="dk1" bg2="lt2" tx2="dk2" accent1="accent1" accent2="accent2" accent3="accent3" accent4="accent4" accent5="accent5" accent6="accent6" hlink="hlink" folHlink="folHlink"/>
  <p:sldLayoutIdLst>
    <p:sldLayoutId id="2147483675" r:id="rId1"/>
    <p:sldLayoutId id="2147483663" r:id="rId2"/>
    <p:sldLayoutId id="2147483677" r:id="rId3"/>
    <p:sldLayoutId id="2147483652" r:id="rId4"/>
    <p:sldLayoutId id="2147483682" r:id="rId5"/>
    <p:sldLayoutId id="2147483721" r:id="rId6"/>
    <p:sldLayoutId id="2147483722" r:id="rId7"/>
    <p:sldLayoutId id="2147483684" r:id="rId8"/>
    <p:sldLayoutId id="2147483685" r:id="rId9"/>
    <p:sldLayoutId id="2147483686" r:id="rId10"/>
    <p:sldLayoutId id="2147483723" r:id="rId11"/>
    <p:sldLayoutId id="2147483706" r:id="rId12"/>
    <p:sldLayoutId id="2147483697" r:id="rId13"/>
    <p:sldLayoutId id="2147483724" r:id="rId14"/>
  </p:sldLayoutIdLst>
  <p:hf hdr="0" dt="0"/>
  <p:txStyles>
    <p:titleStyle>
      <a:lvl1pPr algn="l" defTabSz="914400" rtl="0" eaLnBrk="1" latinLnBrk="0" hangingPunct="1">
        <a:lnSpc>
          <a:spcPts val="3600"/>
        </a:lnSpc>
        <a:spcBef>
          <a:spcPct val="0"/>
        </a:spcBef>
        <a:buNone/>
        <a:defRPr sz="3600" b="1" kern="2000" spc="-100" baseline="0">
          <a:solidFill>
            <a:srgbClr val="203232"/>
          </a:solidFill>
          <a:latin typeface="+mj-lt"/>
          <a:ea typeface="+mj-ea"/>
          <a:cs typeface="+mj-cs"/>
        </a:defRPr>
      </a:lvl1pPr>
    </p:titleStyle>
    <p:bodyStyle>
      <a:lvl1pPr marL="0" indent="0" algn="l" defTabSz="914400" rtl="0" eaLnBrk="1" latinLnBrk="0" hangingPunct="1">
        <a:lnSpc>
          <a:spcPts val="2880"/>
        </a:lnSpc>
        <a:spcBef>
          <a:spcPts val="0"/>
        </a:spcBef>
        <a:spcAft>
          <a:spcPts val="992"/>
        </a:spcAft>
        <a:buFont typeface="Arial" panose="020B0604020202020204" pitchFamily="34" charset="0"/>
        <a:buNone/>
        <a:defRPr sz="2400" b="1" kern="2000" spc="-100" baseline="0">
          <a:solidFill>
            <a:srgbClr val="203232"/>
          </a:solidFill>
          <a:latin typeface="+mn-lt"/>
          <a:ea typeface="+mn-ea"/>
          <a:cs typeface="+mn-cs"/>
        </a:defRPr>
      </a:lvl1pPr>
      <a:lvl2pPr marL="0" indent="0" algn="l" defTabSz="914400" rtl="0" eaLnBrk="1" latinLnBrk="0" hangingPunct="1">
        <a:lnSpc>
          <a:spcPts val="2880"/>
        </a:lnSpc>
        <a:spcBef>
          <a:spcPts val="0"/>
        </a:spcBef>
        <a:spcAft>
          <a:spcPts val="992"/>
        </a:spcAft>
        <a:buFont typeface="Arial" panose="020B0604020202020204" pitchFamily="34" charset="0"/>
        <a:buNone/>
        <a:defRPr sz="2400" kern="2000" spc="-100" baseline="0">
          <a:solidFill>
            <a:srgbClr val="203232"/>
          </a:solidFill>
          <a:latin typeface="+mn-lt"/>
          <a:ea typeface="+mn-ea"/>
          <a:cs typeface="+mn-cs"/>
        </a:defRPr>
      </a:lvl2pPr>
      <a:lvl3pPr marL="216000" indent="-216000" algn="l" defTabSz="914400" rtl="0" eaLnBrk="1" latinLnBrk="0" hangingPunct="1">
        <a:lnSpc>
          <a:spcPts val="2880"/>
        </a:lnSpc>
        <a:spcBef>
          <a:spcPts val="0"/>
        </a:spcBef>
        <a:spcAft>
          <a:spcPts val="992"/>
        </a:spcAft>
        <a:buFont typeface="Arial" panose="020B0604020202020204" pitchFamily="34" charset="0"/>
        <a:buChar char="■"/>
        <a:defRPr sz="2400" kern="2000" spc="-100" baseline="0">
          <a:solidFill>
            <a:srgbClr val="203232"/>
          </a:solidFill>
          <a:latin typeface="+mn-lt"/>
          <a:ea typeface="+mn-ea"/>
          <a:cs typeface="+mn-cs"/>
        </a:defRPr>
      </a:lvl3pPr>
      <a:lvl4pPr marL="0" indent="0" algn="l" defTabSz="914400" rtl="0" eaLnBrk="1" latinLnBrk="0" hangingPunct="1">
        <a:lnSpc>
          <a:spcPts val="2160"/>
        </a:lnSpc>
        <a:spcBef>
          <a:spcPts val="0"/>
        </a:spcBef>
        <a:buFont typeface="Arial" panose="020B0604020202020204" pitchFamily="34" charset="0"/>
        <a:buNone/>
        <a:defRPr sz="1800" kern="1200">
          <a:solidFill>
            <a:srgbClr val="203232"/>
          </a:solidFill>
          <a:latin typeface="+mn-lt"/>
          <a:ea typeface="+mn-ea"/>
          <a:cs typeface="+mn-cs"/>
        </a:defRPr>
      </a:lvl4pPr>
      <a:lvl5pPr marL="0" indent="0" algn="l" defTabSz="914400" rtl="0" eaLnBrk="1" latinLnBrk="0" hangingPunct="1">
        <a:lnSpc>
          <a:spcPts val="2160"/>
        </a:lnSpc>
        <a:spcBef>
          <a:spcPts val="0"/>
        </a:spcBef>
        <a:buFont typeface="Arial" panose="020B0604020202020204" pitchFamily="34" charset="0"/>
        <a:buNone/>
        <a:defRPr sz="1800" b="1" kern="1200">
          <a:solidFill>
            <a:srgbClr val="20323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3840" userDrawn="1">
          <p15:clr>
            <a:srgbClr val="F26B43"/>
          </p15:clr>
        </p15:guide>
        <p15:guide id="4" pos="604" userDrawn="1">
          <p15:clr>
            <a:srgbClr val="F26B43"/>
          </p15:clr>
        </p15:guide>
        <p15:guide id="5" pos="7076" userDrawn="1">
          <p15:clr>
            <a:srgbClr val="F26B43"/>
          </p15:clr>
        </p15:guide>
        <p15:guide id="6" orient="horz" pos="2160" userDrawn="1">
          <p15:clr>
            <a:srgbClr val="F26B43"/>
          </p15:clr>
        </p15:guide>
        <p15:guide id="7" orient="horz" userDrawn="1">
          <p15:clr>
            <a:srgbClr val="F26B43"/>
          </p15:clr>
        </p15:guide>
        <p15:guide id="8" orient="horz" pos="604" userDrawn="1">
          <p15:clr>
            <a:srgbClr val="F26B43"/>
          </p15:clr>
        </p15:guide>
        <p15:guide id="10" orient="horz" pos="3712" userDrawn="1">
          <p15:clr>
            <a:srgbClr val="F26B43"/>
          </p15:clr>
        </p15:guide>
        <p15:guide id="11" orient="horz" pos="1180"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14.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14.xml"/><Relationship Id="rId4" Type="http://schemas.openxmlformats.org/officeDocument/2006/relationships/image" Target="../media/image8.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4.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40AEE4-CC66-FE42-B0C3-2CC7AFD37D1C}"/>
              </a:ext>
            </a:extLst>
          </p:cNvPr>
          <p:cNvSpPr>
            <a:spLocks noGrp="1"/>
          </p:cNvSpPr>
          <p:nvPr>
            <p:ph type="ctrTitle"/>
          </p:nvPr>
        </p:nvSpPr>
        <p:spPr/>
        <p:txBody>
          <a:bodyPr>
            <a:normAutofit fontScale="90000"/>
          </a:bodyPr>
          <a:lstStyle/>
          <a:p>
            <a:r>
              <a:rPr lang="en-US" dirty="0"/>
              <a:t>Visualization and Analysis – </a:t>
            </a:r>
            <a:br>
              <a:rPr lang="en-US" dirty="0"/>
            </a:br>
            <a:r>
              <a:rPr lang="en-US" sz="4000" dirty="0"/>
              <a:t>Tutorial Presentation for Feedback</a:t>
            </a:r>
            <a:br>
              <a:rPr lang="en-US" sz="4000" dirty="0"/>
            </a:br>
            <a:r>
              <a:rPr lang="en-US" sz="2200" dirty="0"/>
              <a:t>Date: </a:t>
            </a:r>
            <a:br>
              <a:rPr lang="en-US" sz="8000" dirty="0"/>
            </a:br>
            <a:endParaRPr lang="en-US" dirty="0"/>
          </a:p>
        </p:txBody>
      </p:sp>
      <p:sp>
        <p:nvSpPr>
          <p:cNvPr id="3" name="Subtitle 2">
            <a:extLst>
              <a:ext uri="{FF2B5EF4-FFF2-40B4-BE49-F238E27FC236}">
                <a16:creationId xmlns:a16="http://schemas.microsoft.com/office/drawing/2014/main" id="{8275DA97-5166-7F4B-BC83-F50AC8BEDCD7}"/>
              </a:ext>
            </a:extLst>
          </p:cNvPr>
          <p:cNvSpPr>
            <a:spLocks noGrp="1"/>
          </p:cNvSpPr>
          <p:nvPr>
            <p:ph type="subTitle" idx="1"/>
          </p:nvPr>
        </p:nvSpPr>
        <p:spPr/>
        <p:txBody>
          <a:bodyPr/>
          <a:lstStyle/>
          <a:p>
            <a:r>
              <a:rPr lang="en-US" sz="2000" dirty="0"/>
              <a:t>Group Id:    A115                                                       Name of Student Presenting: Bhavithra</a:t>
            </a:r>
          </a:p>
        </p:txBody>
      </p:sp>
      <p:sp>
        <p:nvSpPr>
          <p:cNvPr id="4" name="Footer Placeholder 3">
            <a:extLst>
              <a:ext uri="{FF2B5EF4-FFF2-40B4-BE49-F238E27FC236}">
                <a16:creationId xmlns:a16="http://schemas.microsoft.com/office/drawing/2014/main" id="{6E7F4D14-5620-EC41-A86C-6CC3CFD691B4}"/>
              </a:ext>
            </a:extLst>
          </p:cNvPr>
          <p:cNvSpPr>
            <a:spLocks noGrp="1"/>
          </p:cNvSpPr>
          <p:nvPr>
            <p:ph type="ftr" sz="quarter" idx="11"/>
          </p:nvPr>
        </p:nvSpPr>
        <p:spPr>
          <a:xfrm>
            <a:off x="965289" y="274320"/>
            <a:ext cx="10981178" cy="736245"/>
          </a:xfrm>
        </p:spPr>
        <p:txBody>
          <a:bodyPr/>
          <a:lstStyle/>
          <a:p>
            <a:r>
              <a:rPr lang="en-GB" dirty="0"/>
              <a:t>7COM1079-2025  Student Group No:    A115              Names of Student Attendees  </a:t>
            </a:r>
            <a:r>
              <a:rPr lang="en-US" sz="1600" dirty="0"/>
              <a:t>Bhavithra Sivakumar </a:t>
            </a:r>
            <a:r>
              <a:rPr lang="en-US" sz="1600" dirty="0" err="1"/>
              <a:t>Renugadevi</a:t>
            </a:r>
            <a:r>
              <a:rPr lang="en-US" sz="1600" dirty="0"/>
              <a:t>,</a:t>
            </a:r>
          </a:p>
          <a:p>
            <a:r>
              <a:rPr lang="en-GB" dirty="0"/>
              <a:t>                                                                                                                                        Swasthika Karne , Nandu Yenne ,                      </a:t>
            </a:r>
          </a:p>
          <a:p>
            <a:r>
              <a:rPr lang="en-GB" dirty="0"/>
              <a:t>                                                                                                                                        Nishanth Senthil Kumar , Vibin Vijayakumar </a:t>
            </a:r>
          </a:p>
          <a:p>
            <a:endParaRPr lang="en-GB" dirty="0"/>
          </a:p>
        </p:txBody>
      </p:sp>
    </p:spTree>
    <p:extLst>
      <p:ext uri="{BB962C8B-B14F-4D97-AF65-F5344CB8AC3E}">
        <p14:creationId xmlns:p14="http://schemas.microsoft.com/office/powerpoint/2010/main" val="414853254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a:extLst>
              <a:ext uri="{FF2B5EF4-FFF2-40B4-BE49-F238E27FC236}">
                <a16:creationId xmlns:a16="http://schemas.microsoft.com/office/drawing/2014/main" id="{7D9D8228-727F-1E46-B5AD-91D158B8255E}"/>
              </a:ext>
            </a:extLst>
          </p:cNvPr>
          <p:cNvSpPr>
            <a:spLocks noGrp="1"/>
          </p:cNvSpPr>
          <p:nvPr>
            <p:ph type="subTitle" idx="1"/>
          </p:nvPr>
        </p:nvSpPr>
        <p:spPr>
          <a:xfrm>
            <a:off x="690334" y="531173"/>
            <a:ext cx="10110240" cy="588024"/>
          </a:xfrm>
        </p:spPr>
        <p:txBody>
          <a:bodyPr/>
          <a:lstStyle/>
          <a:p>
            <a:r>
              <a:rPr lang="en-US" sz="2000" b="0" dirty="0">
                <a:latin typeface="Calibri" panose="020F0502020204030204" pitchFamily="34" charset="0"/>
                <a:cs typeface="Calibri" panose="020F0502020204030204" pitchFamily="34" charset="0"/>
              </a:rPr>
              <a:t>We are using the dataset</a:t>
            </a:r>
            <a:r>
              <a:rPr lang="en-US" sz="2000" b="0" dirty="0">
                <a:solidFill>
                  <a:srgbClr val="FF0000"/>
                </a:solidFill>
                <a:latin typeface="Calibri" panose="020F0502020204030204" pitchFamily="34" charset="0"/>
                <a:cs typeface="Calibri" panose="020F0502020204030204" pitchFamily="34" charset="0"/>
              </a:rPr>
              <a:t>  </a:t>
            </a:r>
            <a:r>
              <a:rPr lang="en-US" sz="1600" dirty="0" err="1"/>
              <a:t>IMDb_movies</a:t>
            </a:r>
            <a:r>
              <a:rPr lang="en-US" sz="1600" dirty="0"/>
              <a:t>  , DS035</a:t>
            </a:r>
            <a:endParaRPr lang="en-US" sz="1600" baseline="30000" dirty="0">
              <a:solidFill>
                <a:schemeClr val="tx1"/>
              </a:solidFill>
              <a:latin typeface="Calibri" panose="020F0502020204030204" pitchFamily="34" charset="0"/>
              <a:cs typeface="Calibri" panose="020F0502020204030204" pitchFamily="34" charset="0"/>
            </a:endParaRPr>
          </a:p>
          <a:p>
            <a:br>
              <a:rPr lang="en-US" sz="2400" b="0" dirty="0">
                <a:solidFill>
                  <a:srgbClr val="FF0000"/>
                </a:solidFill>
                <a:latin typeface="Calibri" panose="020F0502020204030204" pitchFamily="34" charset="0"/>
                <a:cs typeface="Calibri" panose="020F0502020204030204" pitchFamily="34" charset="0"/>
              </a:rPr>
            </a:br>
            <a:endParaRPr lang="en-US" sz="2400" dirty="0">
              <a:solidFill>
                <a:schemeClr val="tx1"/>
              </a:solidFill>
              <a:latin typeface="Calibri" panose="020F0502020204030204" pitchFamily="34" charset="0"/>
              <a:cs typeface="Calibri" panose="020F0502020204030204" pitchFamily="34" charset="0"/>
            </a:endParaRPr>
          </a:p>
        </p:txBody>
      </p:sp>
      <p:sp>
        <p:nvSpPr>
          <p:cNvPr id="3" name="Footer Placeholder 2">
            <a:extLst>
              <a:ext uri="{FF2B5EF4-FFF2-40B4-BE49-F238E27FC236}">
                <a16:creationId xmlns:a16="http://schemas.microsoft.com/office/drawing/2014/main" id="{00EBC183-8AA5-EC44-9987-D65F5C1892A1}"/>
              </a:ext>
            </a:extLst>
          </p:cNvPr>
          <p:cNvSpPr>
            <a:spLocks noGrp="1"/>
          </p:cNvSpPr>
          <p:nvPr>
            <p:ph type="ftr" sz="quarter" idx="11"/>
          </p:nvPr>
        </p:nvSpPr>
        <p:spPr>
          <a:xfrm>
            <a:off x="690334" y="300341"/>
            <a:ext cx="9129687" cy="230832"/>
          </a:xfrm>
        </p:spPr>
        <p:txBody>
          <a:bodyPr/>
          <a:lstStyle/>
          <a:p>
            <a:r>
              <a:rPr lang="en-GB" dirty="0"/>
              <a:t>7COM1079-2025  Student Group No:                    Names of Student Group Attendees: </a:t>
            </a:r>
          </a:p>
        </p:txBody>
      </p:sp>
      <p:sp>
        <p:nvSpPr>
          <p:cNvPr id="4" name="Slide Number Placeholder 3">
            <a:extLst>
              <a:ext uri="{FF2B5EF4-FFF2-40B4-BE49-F238E27FC236}">
                <a16:creationId xmlns:a16="http://schemas.microsoft.com/office/drawing/2014/main" id="{CC9D9611-42EE-7840-81EE-DD6B1A99CD7B}"/>
              </a:ext>
            </a:extLst>
          </p:cNvPr>
          <p:cNvSpPr>
            <a:spLocks noGrp="1"/>
          </p:cNvSpPr>
          <p:nvPr>
            <p:ph type="sldNum" sz="quarter" idx="12"/>
          </p:nvPr>
        </p:nvSpPr>
        <p:spPr/>
        <p:txBody>
          <a:bodyPr/>
          <a:lstStyle/>
          <a:p>
            <a:fld id="{E4D355CA-84B7-41B1-B164-8BB439CC7C6B}" type="slidenum">
              <a:rPr lang="en-GB" smtClean="0"/>
              <a:pPr/>
              <a:t>2</a:t>
            </a:fld>
            <a:endParaRPr lang="en-GB"/>
          </a:p>
        </p:txBody>
      </p:sp>
      <p:sp>
        <p:nvSpPr>
          <p:cNvPr id="17" name="TextBox 16">
            <a:extLst>
              <a:ext uri="{FF2B5EF4-FFF2-40B4-BE49-F238E27FC236}">
                <a16:creationId xmlns:a16="http://schemas.microsoft.com/office/drawing/2014/main" id="{02FDD890-F323-BC39-8E76-43B2265D0104}"/>
              </a:ext>
            </a:extLst>
          </p:cNvPr>
          <p:cNvSpPr txBox="1"/>
          <p:nvPr/>
        </p:nvSpPr>
        <p:spPr>
          <a:xfrm>
            <a:off x="427868" y="825185"/>
            <a:ext cx="10811332" cy="4339650"/>
          </a:xfrm>
          <a:prstGeom prst="rect">
            <a:avLst/>
          </a:prstGeom>
          <a:noFill/>
        </p:spPr>
        <p:txBody>
          <a:bodyPr wrap="square" rtlCol="0">
            <a:spAutoFit/>
          </a:bodyPr>
          <a:lstStyle/>
          <a:p>
            <a:r>
              <a:rPr lang="en-GB" sz="2000" dirty="0"/>
              <a:t>Our Research Question </a:t>
            </a:r>
            <a:endParaRPr lang="en-US" sz="1100" dirty="0">
              <a:solidFill>
                <a:srgbClr val="FF0000"/>
              </a:solidFill>
            </a:endParaRPr>
          </a:p>
          <a:p>
            <a:r>
              <a:rPr lang="en-US" dirty="0">
                <a:solidFill>
                  <a:srgbClr val="FF0000"/>
                </a:solidFill>
              </a:rPr>
              <a:t>Is there a correlation between the average audience rating and  production budget  of movies listed on the Internet Movie Database (IMDb) released between 2000 and 2019?</a:t>
            </a:r>
          </a:p>
          <a:p>
            <a:endParaRPr lang="en-US" dirty="0">
              <a:solidFill>
                <a:srgbClr val="FF0000"/>
              </a:solidFill>
            </a:endParaRPr>
          </a:p>
          <a:p>
            <a:r>
              <a:rPr lang="en-US" sz="1600" dirty="0">
                <a:cs typeface="Calibri"/>
              </a:rPr>
              <a:t>This dataset is interesting to us because:</a:t>
            </a:r>
            <a:br>
              <a:rPr lang="en-US" sz="1600" dirty="0">
                <a:solidFill>
                  <a:srgbClr val="FF0000"/>
                </a:solidFill>
                <a:cs typeface="Calibri"/>
              </a:rPr>
            </a:br>
            <a:r>
              <a:rPr lang="en-US" sz="1600" dirty="0">
                <a:solidFill>
                  <a:srgbClr val="FF0000"/>
                </a:solidFill>
              </a:rPr>
              <a:t>This dataset is interesting because it lets us examine how a movie’s budget relates to its audience ratings (</a:t>
            </a:r>
            <a:r>
              <a:rPr lang="en-US" sz="1600" dirty="0" err="1">
                <a:solidFill>
                  <a:srgbClr val="FF0000"/>
                </a:solidFill>
              </a:rPr>
              <a:t>avg_vote</a:t>
            </a:r>
            <a:r>
              <a:rPr lang="en-US" sz="1600" dirty="0">
                <a:solidFill>
                  <a:srgbClr val="FF0000"/>
                </a:solidFill>
              </a:rPr>
              <a:t>).</a:t>
            </a:r>
          </a:p>
          <a:p>
            <a:br>
              <a:rPr lang="en-US" sz="2800" dirty="0">
                <a:solidFill>
                  <a:srgbClr val="FF0000"/>
                </a:solidFill>
              </a:rPr>
            </a:br>
            <a:r>
              <a:rPr lang="en-US" sz="1600" dirty="0">
                <a:cs typeface="Calibri"/>
              </a:rPr>
              <a:t>Our  Independent variable is: </a:t>
            </a:r>
            <a:r>
              <a:rPr lang="en-IN" sz="1600" dirty="0">
                <a:solidFill>
                  <a:srgbClr val="FF0000"/>
                </a:solidFill>
                <a:cs typeface="Calibri"/>
              </a:rPr>
              <a:t>movie budget</a:t>
            </a:r>
            <a:br>
              <a:rPr lang="en-IN" sz="1600" dirty="0"/>
            </a:br>
            <a:r>
              <a:rPr lang="en-US" sz="1600" dirty="0"/>
              <a:t>This is the category of movie’s budget</a:t>
            </a:r>
            <a:br>
              <a:rPr lang="en-US" sz="1600" dirty="0">
                <a:solidFill>
                  <a:srgbClr val="FF0000"/>
                </a:solidFill>
                <a:cs typeface="Calibri" panose="020F0502020204030204" pitchFamily="34" charset="0"/>
              </a:rPr>
            </a:br>
            <a:r>
              <a:rPr lang="en-US" sz="1600" dirty="0">
                <a:cs typeface="Calibri"/>
              </a:rPr>
              <a:t>This  Independent variable datatype is: </a:t>
            </a:r>
            <a:r>
              <a:rPr lang="en-US" sz="1600" dirty="0">
                <a:solidFill>
                  <a:schemeClr val="accent3"/>
                </a:solidFill>
                <a:cs typeface="Calibri"/>
              </a:rPr>
              <a:t>ratio</a:t>
            </a:r>
            <a:br>
              <a:rPr lang="en-US" sz="1600" dirty="0">
                <a:solidFill>
                  <a:srgbClr val="FF0000"/>
                </a:solidFill>
                <a:cs typeface="Calibri"/>
              </a:rPr>
            </a:br>
            <a:br>
              <a:rPr lang="en-US" sz="1600" dirty="0">
                <a:cs typeface="Calibri" panose="020F0502020204030204" pitchFamily="34" charset="0"/>
              </a:rPr>
            </a:br>
            <a:r>
              <a:rPr lang="en-US" sz="1600" dirty="0">
                <a:cs typeface="Calibri"/>
              </a:rPr>
              <a:t>Our Dependent variable is: </a:t>
            </a:r>
            <a:r>
              <a:rPr lang="en-US" sz="1600" dirty="0">
                <a:solidFill>
                  <a:srgbClr val="FF0000"/>
                </a:solidFill>
                <a:cs typeface="Calibri"/>
              </a:rPr>
              <a:t>audience rating</a:t>
            </a:r>
            <a:br>
              <a:rPr lang="en-US" sz="1600" dirty="0"/>
            </a:br>
            <a:r>
              <a:rPr lang="en-US" sz="1600" dirty="0"/>
              <a:t>This is average IMDb user rating for each movie.</a:t>
            </a:r>
            <a:br>
              <a:rPr lang="en-US" sz="1600" dirty="0">
                <a:cs typeface="Calibri" panose="020F0502020204030204" pitchFamily="34" charset="0"/>
              </a:rPr>
            </a:br>
            <a:r>
              <a:rPr lang="en-US" sz="1600" dirty="0">
                <a:cs typeface="Calibri"/>
              </a:rPr>
              <a:t>This Dependent variable datatype is: </a:t>
            </a:r>
            <a:r>
              <a:rPr lang="en-US" sz="1600" dirty="0">
                <a:solidFill>
                  <a:srgbClr val="FF0000"/>
                </a:solidFill>
                <a:cs typeface="Calibri"/>
              </a:rPr>
              <a:t>Interval</a:t>
            </a:r>
          </a:p>
          <a:p>
            <a:endParaRPr lang="en-US" sz="1600" dirty="0">
              <a:solidFill>
                <a:srgbClr val="FF0000"/>
              </a:solidFill>
              <a:cs typeface="Calibri"/>
            </a:endParaRPr>
          </a:p>
          <a:p>
            <a:r>
              <a:rPr lang="en-US" sz="1400" dirty="0"/>
              <a:t>The dataset contains </a:t>
            </a:r>
            <a:r>
              <a:rPr lang="en-IN" sz="1400" dirty="0"/>
              <a:t>81273</a:t>
            </a:r>
            <a:r>
              <a:rPr lang="en-US" sz="1400" b="1" dirty="0"/>
              <a:t> </a:t>
            </a:r>
            <a:r>
              <a:rPr lang="en-US" sz="1400" dirty="0"/>
              <a:t>rows &amp; 22 columns</a:t>
            </a:r>
            <a:endParaRPr lang="en-GB" sz="1400" dirty="0">
              <a:solidFill>
                <a:srgbClr val="FF0000"/>
              </a:solidFill>
            </a:endParaRPr>
          </a:p>
        </p:txBody>
      </p:sp>
      <p:graphicFrame>
        <p:nvGraphicFramePr>
          <p:cNvPr id="6" name="Table 5">
            <a:extLst>
              <a:ext uri="{FF2B5EF4-FFF2-40B4-BE49-F238E27FC236}">
                <a16:creationId xmlns:a16="http://schemas.microsoft.com/office/drawing/2014/main" id="{B841FBDB-705A-37D6-FC1B-E3B061F9FFE4}"/>
              </a:ext>
            </a:extLst>
          </p:cNvPr>
          <p:cNvGraphicFramePr>
            <a:graphicFrameLocks noGrp="1"/>
          </p:cNvGraphicFramePr>
          <p:nvPr>
            <p:extLst>
              <p:ext uri="{D42A27DB-BD31-4B8C-83A1-F6EECF244321}">
                <p14:modId xmlns:p14="http://schemas.microsoft.com/office/powerpoint/2010/main" val="1550184513"/>
              </p:ext>
            </p:extLst>
          </p:nvPr>
        </p:nvGraphicFramePr>
        <p:xfrm>
          <a:off x="5782733" y="2906484"/>
          <a:ext cx="5456468" cy="3076524"/>
        </p:xfrm>
        <a:graphic>
          <a:graphicData uri="http://schemas.openxmlformats.org/drawingml/2006/table">
            <a:tbl>
              <a:tblPr firstRow="1" firstCol="1" lastCol="1" bandRow="1" bandCol="1">
                <a:tableStyleId>{912C8C85-51F0-491E-9774-3900AFEF0FD7}</a:tableStyleId>
              </a:tblPr>
              <a:tblGrid>
                <a:gridCol w="1809954">
                  <a:extLst>
                    <a:ext uri="{9D8B030D-6E8A-4147-A177-3AD203B41FA5}">
                      <a16:colId xmlns:a16="http://schemas.microsoft.com/office/drawing/2014/main" val="205329777"/>
                    </a:ext>
                  </a:extLst>
                </a:gridCol>
                <a:gridCol w="1823257">
                  <a:extLst>
                    <a:ext uri="{9D8B030D-6E8A-4147-A177-3AD203B41FA5}">
                      <a16:colId xmlns:a16="http://schemas.microsoft.com/office/drawing/2014/main" val="3518296749"/>
                    </a:ext>
                  </a:extLst>
                </a:gridCol>
                <a:gridCol w="1823257">
                  <a:extLst>
                    <a:ext uri="{9D8B030D-6E8A-4147-A177-3AD203B41FA5}">
                      <a16:colId xmlns:a16="http://schemas.microsoft.com/office/drawing/2014/main" val="3356793323"/>
                    </a:ext>
                  </a:extLst>
                </a:gridCol>
              </a:tblGrid>
              <a:tr h="512754">
                <a:tc>
                  <a:txBody>
                    <a:bodyPr/>
                    <a:lstStyle/>
                    <a:p>
                      <a:pPr algn="ctr" fontAlgn="b">
                        <a:buNone/>
                      </a:pPr>
                      <a:r>
                        <a:rPr lang="en-IN" sz="2000" b="1" u="none" strike="noStrike" dirty="0" err="1">
                          <a:solidFill>
                            <a:srgbClr val="000000"/>
                          </a:solidFill>
                          <a:effectLst/>
                        </a:rPr>
                        <a:t>imdb_title_id</a:t>
                      </a:r>
                      <a:endParaRPr lang="en-IN" sz="2000" b="1" i="0" u="none" strike="noStrike" dirty="0">
                        <a:solidFill>
                          <a:srgbClr val="000000"/>
                        </a:solidFill>
                        <a:effectLst/>
                        <a:latin typeface="Aptos Narrow" panose="020B0004020202020204" pitchFamily="34" charset="0"/>
                      </a:endParaRPr>
                    </a:p>
                  </a:txBody>
                  <a:tcPr marL="6350" marR="6350" marT="6350" marB="0" anchor="b"/>
                </a:tc>
                <a:tc>
                  <a:txBody>
                    <a:bodyPr/>
                    <a:lstStyle/>
                    <a:p>
                      <a:pPr algn="ctr" fontAlgn="b">
                        <a:buNone/>
                      </a:pPr>
                      <a:r>
                        <a:rPr lang="en-IN" sz="2000" b="1" u="none" strike="noStrike" dirty="0" err="1">
                          <a:solidFill>
                            <a:srgbClr val="000000"/>
                          </a:solidFill>
                          <a:effectLst/>
                        </a:rPr>
                        <a:t>avg_vote</a:t>
                      </a:r>
                      <a:endParaRPr lang="en-IN" sz="2000" b="1" i="0" u="none" strike="noStrike" dirty="0">
                        <a:solidFill>
                          <a:srgbClr val="000000"/>
                        </a:solidFill>
                        <a:effectLst/>
                        <a:latin typeface="Aptos Narrow" panose="020B0004020202020204" pitchFamily="34" charset="0"/>
                      </a:endParaRPr>
                    </a:p>
                  </a:txBody>
                  <a:tcPr marL="6350" marR="6350" marT="6350" marB="0" anchor="b"/>
                </a:tc>
                <a:tc>
                  <a:txBody>
                    <a:bodyPr/>
                    <a:lstStyle/>
                    <a:p>
                      <a:pPr algn="ctr" fontAlgn="b">
                        <a:buNone/>
                      </a:pPr>
                      <a:r>
                        <a:rPr lang="en-IN" sz="2000" b="1" u="none" strike="noStrike">
                          <a:solidFill>
                            <a:srgbClr val="000000"/>
                          </a:solidFill>
                          <a:effectLst/>
                        </a:rPr>
                        <a:t>budget</a:t>
                      </a:r>
                      <a:endParaRPr lang="en-IN" sz="2000" b="1" i="0" u="none" strike="noStrike">
                        <a:solidFill>
                          <a:srgbClr val="000000"/>
                        </a:solidFill>
                        <a:effectLst/>
                        <a:latin typeface="Aptos Narrow" panose="020B0004020202020204" pitchFamily="34" charset="0"/>
                      </a:endParaRPr>
                    </a:p>
                  </a:txBody>
                  <a:tcPr marL="6350" marR="6350" marT="6350" marB="0" anchor="b"/>
                </a:tc>
                <a:extLst>
                  <a:ext uri="{0D108BD9-81ED-4DB2-BD59-A6C34878D82A}">
                    <a16:rowId xmlns:a16="http://schemas.microsoft.com/office/drawing/2014/main" val="357535520"/>
                  </a:ext>
                </a:extLst>
              </a:tr>
              <a:tr h="512754">
                <a:tc>
                  <a:txBody>
                    <a:bodyPr/>
                    <a:lstStyle/>
                    <a:p>
                      <a:pPr algn="ctr" fontAlgn="b">
                        <a:buNone/>
                      </a:pPr>
                      <a:r>
                        <a:rPr lang="en-IN" sz="2000" b="0" u="none" strike="noStrike" dirty="0">
                          <a:solidFill>
                            <a:srgbClr val="000000"/>
                          </a:solidFill>
                          <a:effectLst/>
                        </a:rPr>
                        <a:t>tt0000574</a:t>
                      </a:r>
                      <a:endParaRPr lang="en-IN" sz="2000" b="0" i="0" u="none" strike="noStrike" dirty="0">
                        <a:solidFill>
                          <a:srgbClr val="000000"/>
                        </a:solidFill>
                        <a:effectLst/>
                        <a:latin typeface="Aptos Narrow" panose="020B0004020202020204" pitchFamily="34" charset="0"/>
                      </a:endParaRPr>
                    </a:p>
                  </a:txBody>
                  <a:tcPr marL="6350" marR="6350" marT="6350" marB="0" anchor="b"/>
                </a:tc>
                <a:tc>
                  <a:txBody>
                    <a:bodyPr/>
                    <a:lstStyle/>
                    <a:p>
                      <a:pPr algn="ctr" fontAlgn="b">
                        <a:buNone/>
                      </a:pPr>
                      <a:r>
                        <a:rPr lang="en-IN" sz="2000" b="0" u="none" strike="noStrike" dirty="0">
                          <a:solidFill>
                            <a:srgbClr val="000000"/>
                          </a:solidFill>
                          <a:effectLst/>
                        </a:rPr>
                        <a:t>6.1</a:t>
                      </a:r>
                      <a:endParaRPr lang="en-IN" sz="2000" b="0" i="0" u="none" strike="noStrike" dirty="0">
                        <a:solidFill>
                          <a:srgbClr val="000000"/>
                        </a:solidFill>
                        <a:effectLst/>
                        <a:latin typeface="Aptos Narrow" panose="020B0004020202020204" pitchFamily="34" charset="0"/>
                      </a:endParaRPr>
                    </a:p>
                  </a:txBody>
                  <a:tcPr marL="6350" marR="6350" marT="6350" marB="0" anchor="b"/>
                </a:tc>
                <a:tc>
                  <a:txBody>
                    <a:bodyPr/>
                    <a:lstStyle/>
                    <a:p>
                      <a:pPr algn="ctr" fontAlgn="b">
                        <a:buNone/>
                      </a:pPr>
                      <a:r>
                        <a:rPr lang="en-IN" sz="2000" b="0" u="none" strike="noStrike" dirty="0">
                          <a:solidFill>
                            <a:srgbClr val="000000"/>
                          </a:solidFill>
                          <a:effectLst/>
                        </a:rPr>
                        <a:t>$ 2250</a:t>
                      </a:r>
                      <a:endParaRPr lang="en-IN" sz="2000" b="0" i="0" u="none" strike="noStrike" dirty="0">
                        <a:solidFill>
                          <a:srgbClr val="000000"/>
                        </a:solidFill>
                        <a:effectLst/>
                        <a:latin typeface="Aptos Narrow" panose="020B0004020202020204" pitchFamily="34" charset="0"/>
                      </a:endParaRPr>
                    </a:p>
                  </a:txBody>
                  <a:tcPr marL="6350" marR="6350" marT="6350" marB="0" anchor="b"/>
                </a:tc>
                <a:extLst>
                  <a:ext uri="{0D108BD9-81ED-4DB2-BD59-A6C34878D82A}">
                    <a16:rowId xmlns:a16="http://schemas.microsoft.com/office/drawing/2014/main" val="3204960016"/>
                  </a:ext>
                </a:extLst>
              </a:tr>
              <a:tr h="512754">
                <a:tc>
                  <a:txBody>
                    <a:bodyPr/>
                    <a:lstStyle/>
                    <a:p>
                      <a:pPr algn="ctr" fontAlgn="b">
                        <a:buNone/>
                      </a:pPr>
                      <a:r>
                        <a:rPr lang="en-IN" sz="2000" b="0" u="none" strike="noStrike" dirty="0">
                          <a:solidFill>
                            <a:srgbClr val="000000"/>
                          </a:solidFill>
                          <a:effectLst/>
                        </a:rPr>
                        <a:t>tt0002101</a:t>
                      </a:r>
                      <a:endParaRPr lang="en-IN" sz="2000" b="0" i="0" u="none" strike="noStrike" dirty="0">
                        <a:solidFill>
                          <a:srgbClr val="000000"/>
                        </a:solidFill>
                        <a:effectLst/>
                        <a:latin typeface="Aptos Narrow" panose="020B0004020202020204" pitchFamily="34" charset="0"/>
                      </a:endParaRPr>
                    </a:p>
                  </a:txBody>
                  <a:tcPr marL="6350" marR="6350" marT="6350" marB="0" anchor="b"/>
                </a:tc>
                <a:tc>
                  <a:txBody>
                    <a:bodyPr/>
                    <a:lstStyle/>
                    <a:p>
                      <a:pPr algn="ctr" fontAlgn="b">
                        <a:buNone/>
                      </a:pPr>
                      <a:r>
                        <a:rPr lang="en-IN" sz="2000" b="0" u="none" strike="noStrike" dirty="0">
                          <a:solidFill>
                            <a:srgbClr val="000000"/>
                          </a:solidFill>
                          <a:effectLst/>
                        </a:rPr>
                        <a:t>5.2</a:t>
                      </a:r>
                      <a:endParaRPr lang="en-IN" sz="2000" b="0" i="0" u="none" strike="noStrike" dirty="0">
                        <a:solidFill>
                          <a:srgbClr val="000000"/>
                        </a:solidFill>
                        <a:effectLst/>
                        <a:latin typeface="Aptos Narrow" panose="020B0004020202020204" pitchFamily="34" charset="0"/>
                      </a:endParaRPr>
                    </a:p>
                  </a:txBody>
                  <a:tcPr marL="6350" marR="6350" marT="6350" marB="0" anchor="b"/>
                </a:tc>
                <a:tc>
                  <a:txBody>
                    <a:bodyPr/>
                    <a:lstStyle/>
                    <a:p>
                      <a:pPr algn="ctr" fontAlgn="b">
                        <a:buNone/>
                      </a:pPr>
                      <a:r>
                        <a:rPr lang="en-IN" sz="2000" b="0" u="none" strike="noStrike" dirty="0">
                          <a:solidFill>
                            <a:srgbClr val="000000"/>
                          </a:solidFill>
                          <a:effectLst/>
                        </a:rPr>
                        <a:t>$ 45000</a:t>
                      </a:r>
                      <a:endParaRPr lang="en-IN" sz="2000" b="0" i="0" u="none" strike="noStrike" dirty="0">
                        <a:solidFill>
                          <a:srgbClr val="000000"/>
                        </a:solidFill>
                        <a:effectLst/>
                        <a:latin typeface="Aptos Narrow" panose="020B0004020202020204" pitchFamily="34" charset="0"/>
                      </a:endParaRPr>
                    </a:p>
                  </a:txBody>
                  <a:tcPr marL="6350" marR="6350" marT="6350" marB="0" anchor="b"/>
                </a:tc>
                <a:extLst>
                  <a:ext uri="{0D108BD9-81ED-4DB2-BD59-A6C34878D82A}">
                    <a16:rowId xmlns:a16="http://schemas.microsoft.com/office/drawing/2014/main" val="2514701405"/>
                  </a:ext>
                </a:extLst>
              </a:tr>
              <a:tr h="512754">
                <a:tc>
                  <a:txBody>
                    <a:bodyPr/>
                    <a:lstStyle/>
                    <a:p>
                      <a:pPr algn="ctr" fontAlgn="b">
                        <a:buNone/>
                      </a:pPr>
                      <a:r>
                        <a:rPr lang="en-IN" sz="2000" b="0" u="none" strike="noStrike">
                          <a:solidFill>
                            <a:srgbClr val="000000"/>
                          </a:solidFill>
                          <a:effectLst/>
                        </a:rPr>
                        <a:t>tt0002445</a:t>
                      </a:r>
                      <a:endParaRPr lang="en-IN" sz="2000" b="0" i="0" u="none" strike="noStrike">
                        <a:solidFill>
                          <a:srgbClr val="000000"/>
                        </a:solidFill>
                        <a:effectLst/>
                        <a:latin typeface="Aptos Narrow" panose="020B0004020202020204" pitchFamily="34" charset="0"/>
                      </a:endParaRPr>
                    </a:p>
                  </a:txBody>
                  <a:tcPr marL="6350" marR="6350" marT="6350" marB="0" anchor="b"/>
                </a:tc>
                <a:tc>
                  <a:txBody>
                    <a:bodyPr/>
                    <a:lstStyle/>
                    <a:p>
                      <a:pPr algn="ctr" fontAlgn="b">
                        <a:buNone/>
                      </a:pPr>
                      <a:r>
                        <a:rPr lang="en-IN" sz="2000" b="0" u="none" strike="noStrike" dirty="0">
                          <a:solidFill>
                            <a:srgbClr val="000000"/>
                          </a:solidFill>
                          <a:effectLst/>
                        </a:rPr>
                        <a:t>6.2</a:t>
                      </a:r>
                      <a:endParaRPr lang="en-IN" sz="2000" b="0" i="0" u="none" strike="noStrike" dirty="0">
                        <a:solidFill>
                          <a:srgbClr val="000000"/>
                        </a:solidFill>
                        <a:effectLst/>
                        <a:latin typeface="Aptos Narrow" panose="020B0004020202020204" pitchFamily="34" charset="0"/>
                      </a:endParaRPr>
                    </a:p>
                  </a:txBody>
                  <a:tcPr marL="6350" marR="6350" marT="6350" marB="0" anchor="b"/>
                </a:tc>
                <a:tc>
                  <a:txBody>
                    <a:bodyPr/>
                    <a:lstStyle/>
                    <a:p>
                      <a:pPr algn="ctr" fontAlgn="b">
                        <a:buNone/>
                      </a:pPr>
                      <a:r>
                        <a:rPr lang="en-IN" sz="2000" b="0" u="none" strike="noStrike" dirty="0">
                          <a:solidFill>
                            <a:srgbClr val="000000"/>
                          </a:solidFill>
                          <a:effectLst/>
                        </a:rPr>
                        <a:t>ITL 45000</a:t>
                      </a:r>
                      <a:endParaRPr lang="en-IN" sz="2000" b="0" i="0" u="none" strike="noStrike" dirty="0">
                        <a:solidFill>
                          <a:srgbClr val="000000"/>
                        </a:solidFill>
                        <a:effectLst/>
                        <a:latin typeface="Aptos Narrow" panose="020B0004020202020204" pitchFamily="34" charset="0"/>
                      </a:endParaRPr>
                    </a:p>
                  </a:txBody>
                  <a:tcPr marL="6350" marR="6350" marT="6350" marB="0" anchor="b"/>
                </a:tc>
                <a:extLst>
                  <a:ext uri="{0D108BD9-81ED-4DB2-BD59-A6C34878D82A}">
                    <a16:rowId xmlns:a16="http://schemas.microsoft.com/office/drawing/2014/main" val="2517950930"/>
                  </a:ext>
                </a:extLst>
              </a:tr>
              <a:tr h="512754">
                <a:tc>
                  <a:txBody>
                    <a:bodyPr/>
                    <a:lstStyle/>
                    <a:p>
                      <a:pPr algn="ctr" fontAlgn="b">
                        <a:buNone/>
                      </a:pPr>
                      <a:r>
                        <a:rPr lang="en-IN" sz="2000" b="0" u="none" strike="noStrike">
                          <a:solidFill>
                            <a:srgbClr val="000000"/>
                          </a:solidFill>
                          <a:effectLst/>
                        </a:rPr>
                        <a:t>tt0002452</a:t>
                      </a:r>
                      <a:endParaRPr lang="en-IN" sz="2000" b="0" i="0" u="none" strike="noStrike">
                        <a:solidFill>
                          <a:srgbClr val="000000"/>
                        </a:solidFill>
                        <a:effectLst/>
                        <a:latin typeface="Aptos Narrow" panose="020B0004020202020204" pitchFamily="34" charset="0"/>
                      </a:endParaRPr>
                    </a:p>
                  </a:txBody>
                  <a:tcPr marL="6350" marR="6350" marT="6350" marB="0" anchor="b"/>
                </a:tc>
                <a:tc>
                  <a:txBody>
                    <a:bodyPr/>
                    <a:lstStyle/>
                    <a:p>
                      <a:pPr algn="ctr" fontAlgn="b">
                        <a:buNone/>
                      </a:pPr>
                      <a:r>
                        <a:rPr lang="en-IN" sz="2000" b="0" u="none" strike="noStrike" dirty="0">
                          <a:solidFill>
                            <a:srgbClr val="000000"/>
                          </a:solidFill>
                          <a:effectLst/>
                        </a:rPr>
                        <a:t>6.7</a:t>
                      </a:r>
                      <a:endParaRPr lang="en-IN" sz="2000" b="0" i="0" u="none" strike="noStrike" dirty="0">
                        <a:solidFill>
                          <a:srgbClr val="000000"/>
                        </a:solidFill>
                        <a:effectLst/>
                        <a:latin typeface="Aptos Narrow" panose="020B0004020202020204" pitchFamily="34" charset="0"/>
                      </a:endParaRPr>
                    </a:p>
                  </a:txBody>
                  <a:tcPr marL="6350" marR="6350" marT="6350" marB="0" anchor="b"/>
                </a:tc>
                <a:tc>
                  <a:txBody>
                    <a:bodyPr/>
                    <a:lstStyle/>
                    <a:p>
                      <a:pPr algn="ctr" fontAlgn="b">
                        <a:buNone/>
                      </a:pPr>
                      <a:r>
                        <a:rPr lang="en-IN" sz="2000" b="0" u="none" strike="noStrike" dirty="0">
                          <a:solidFill>
                            <a:srgbClr val="000000"/>
                          </a:solidFill>
                          <a:effectLst/>
                        </a:rPr>
                        <a:t>ROL 400000</a:t>
                      </a:r>
                      <a:endParaRPr lang="en-IN" sz="2000" b="0" i="0" u="none" strike="noStrike" dirty="0">
                        <a:solidFill>
                          <a:srgbClr val="000000"/>
                        </a:solidFill>
                        <a:effectLst/>
                        <a:latin typeface="Aptos Narrow" panose="020B0004020202020204" pitchFamily="34" charset="0"/>
                      </a:endParaRPr>
                    </a:p>
                  </a:txBody>
                  <a:tcPr marL="6350" marR="6350" marT="6350" marB="0" anchor="b"/>
                </a:tc>
                <a:extLst>
                  <a:ext uri="{0D108BD9-81ED-4DB2-BD59-A6C34878D82A}">
                    <a16:rowId xmlns:a16="http://schemas.microsoft.com/office/drawing/2014/main" val="3221939745"/>
                  </a:ext>
                </a:extLst>
              </a:tr>
              <a:tr h="512754">
                <a:tc>
                  <a:txBody>
                    <a:bodyPr/>
                    <a:lstStyle/>
                    <a:p>
                      <a:pPr algn="ctr" fontAlgn="b">
                        <a:buNone/>
                      </a:pPr>
                      <a:r>
                        <a:rPr lang="en-IN" sz="2000" b="0" u="none" strike="noStrike">
                          <a:solidFill>
                            <a:srgbClr val="000000"/>
                          </a:solidFill>
                          <a:effectLst/>
                        </a:rPr>
                        <a:t>tt0002461</a:t>
                      </a:r>
                      <a:endParaRPr lang="en-IN" sz="2000" b="0" i="0" u="none" strike="noStrike">
                        <a:solidFill>
                          <a:srgbClr val="000000"/>
                        </a:solidFill>
                        <a:effectLst/>
                        <a:latin typeface="Aptos Narrow" panose="020B0004020202020204" pitchFamily="34" charset="0"/>
                      </a:endParaRPr>
                    </a:p>
                  </a:txBody>
                  <a:tcPr marL="6350" marR="6350" marT="6350" marB="0" anchor="b"/>
                </a:tc>
                <a:tc>
                  <a:txBody>
                    <a:bodyPr/>
                    <a:lstStyle/>
                    <a:p>
                      <a:pPr algn="ctr" fontAlgn="b">
                        <a:buNone/>
                      </a:pPr>
                      <a:r>
                        <a:rPr lang="en-IN" sz="2000" b="0" u="none" strike="noStrike">
                          <a:solidFill>
                            <a:srgbClr val="000000"/>
                          </a:solidFill>
                          <a:effectLst/>
                        </a:rPr>
                        <a:t>5.5</a:t>
                      </a:r>
                      <a:endParaRPr lang="en-IN" sz="2000" b="0" i="0" u="none" strike="noStrike">
                        <a:solidFill>
                          <a:srgbClr val="000000"/>
                        </a:solidFill>
                        <a:effectLst/>
                        <a:latin typeface="Aptos Narrow" panose="020B0004020202020204" pitchFamily="34" charset="0"/>
                      </a:endParaRPr>
                    </a:p>
                  </a:txBody>
                  <a:tcPr marL="6350" marR="6350" marT="6350" marB="0" anchor="b"/>
                </a:tc>
                <a:tc>
                  <a:txBody>
                    <a:bodyPr/>
                    <a:lstStyle/>
                    <a:p>
                      <a:pPr algn="ctr" fontAlgn="b">
                        <a:buNone/>
                      </a:pPr>
                      <a:r>
                        <a:rPr lang="en-IN" sz="2000" b="0" u="none" strike="noStrike" dirty="0">
                          <a:solidFill>
                            <a:srgbClr val="000000"/>
                          </a:solidFill>
                          <a:effectLst/>
                        </a:rPr>
                        <a:t>$ 30000</a:t>
                      </a:r>
                      <a:endParaRPr lang="en-IN" sz="2000" b="0" i="0" u="none" strike="noStrike" dirty="0">
                        <a:solidFill>
                          <a:srgbClr val="000000"/>
                        </a:solidFill>
                        <a:effectLst/>
                        <a:latin typeface="Aptos Narrow" panose="020B0004020202020204" pitchFamily="34" charset="0"/>
                      </a:endParaRPr>
                    </a:p>
                  </a:txBody>
                  <a:tcPr marL="6350" marR="6350" marT="6350" marB="0" anchor="b"/>
                </a:tc>
                <a:extLst>
                  <a:ext uri="{0D108BD9-81ED-4DB2-BD59-A6C34878D82A}">
                    <a16:rowId xmlns:a16="http://schemas.microsoft.com/office/drawing/2014/main" val="1980093437"/>
                  </a:ext>
                </a:extLst>
              </a:tr>
            </a:tbl>
          </a:graphicData>
        </a:graphic>
      </p:graphicFrame>
    </p:spTree>
    <p:extLst>
      <p:ext uri="{BB962C8B-B14F-4D97-AF65-F5344CB8AC3E}">
        <p14:creationId xmlns:p14="http://schemas.microsoft.com/office/powerpoint/2010/main" val="171800490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3C4D431B-7665-75B0-2D73-5BD588DCB766}"/>
              </a:ext>
            </a:extLst>
          </p:cNvPr>
          <p:cNvSpPr>
            <a:spLocks noGrp="1"/>
          </p:cNvSpPr>
          <p:nvPr>
            <p:ph type="ftr" sz="quarter" idx="11"/>
          </p:nvPr>
        </p:nvSpPr>
        <p:spPr/>
        <p:txBody>
          <a:bodyPr/>
          <a:lstStyle/>
          <a:p>
            <a:r>
              <a:rPr lang="en-GB"/>
              <a:t>PRE 7COM1079-2022  Student Group No:  ?????</a:t>
            </a:r>
          </a:p>
        </p:txBody>
      </p:sp>
      <p:sp>
        <p:nvSpPr>
          <p:cNvPr id="4" name="Slide Number Placeholder 3">
            <a:extLst>
              <a:ext uri="{FF2B5EF4-FFF2-40B4-BE49-F238E27FC236}">
                <a16:creationId xmlns:a16="http://schemas.microsoft.com/office/drawing/2014/main" id="{1625FA15-B17F-387B-E383-5505647ABB89}"/>
              </a:ext>
            </a:extLst>
          </p:cNvPr>
          <p:cNvSpPr>
            <a:spLocks noGrp="1"/>
          </p:cNvSpPr>
          <p:nvPr>
            <p:ph type="sldNum" sz="quarter" idx="12"/>
          </p:nvPr>
        </p:nvSpPr>
        <p:spPr/>
        <p:txBody>
          <a:bodyPr/>
          <a:lstStyle/>
          <a:p>
            <a:fld id="{E4D355CA-84B7-41B1-B164-8BB439CC7C6B}" type="slidenum">
              <a:rPr lang="en-GB" smtClean="0"/>
              <a:pPr/>
              <a:t>3</a:t>
            </a:fld>
            <a:endParaRPr lang="en-GB"/>
          </a:p>
        </p:txBody>
      </p:sp>
      <p:sp>
        <p:nvSpPr>
          <p:cNvPr id="7" name="TextBox 6">
            <a:extLst>
              <a:ext uri="{FF2B5EF4-FFF2-40B4-BE49-F238E27FC236}">
                <a16:creationId xmlns:a16="http://schemas.microsoft.com/office/drawing/2014/main" id="{F7FEA660-7B39-BC91-3B96-7298CCF66DE1}"/>
              </a:ext>
            </a:extLst>
          </p:cNvPr>
          <p:cNvSpPr txBox="1"/>
          <p:nvPr/>
        </p:nvSpPr>
        <p:spPr>
          <a:xfrm>
            <a:off x="498685" y="6287311"/>
            <a:ext cx="11440040" cy="369332"/>
          </a:xfrm>
          <a:prstGeom prst="rect">
            <a:avLst/>
          </a:prstGeom>
          <a:solidFill>
            <a:schemeClr val="bg1">
              <a:lumMod val="95000"/>
            </a:schemeClr>
          </a:solidFill>
        </p:spPr>
        <p:txBody>
          <a:bodyPr wrap="square" rtlCol="0">
            <a:spAutoFit/>
          </a:bodyPr>
          <a:lstStyle/>
          <a:p>
            <a:r>
              <a:rPr lang="en-GB" b="1" dirty="0">
                <a:latin typeface="Calibri" panose="020F0502020204030204" pitchFamily="34" charset="0"/>
                <a:cs typeface="Calibri" panose="020F0502020204030204" pitchFamily="34" charset="0"/>
              </a:rPr>
              <a:t>Correlation</a:t>
            </a:r>
            <a:r>
              <a:rPr lang="en-GB" dirty="0"/>
              <a:t> </a:t>
            </a:r>
            <a:r>
              <a:rPr lang="en-IE" dirty="0">
                <a:latin typeface="Calibri" panose="020F0502020204030204" pitchFamily="34" charset="0"/>
                <a:cs typeface="Times New Roman" panose="02020603050405020304" pitchFamily="18" charset="0"/>
              </a:rPr>
              <a:t>analyses</a:t>
            </a:r>
            <a:r>
              <a:rPr lang="en-IE" sz="1800" dirty="0">
                <a:effectLst/>
                <a:latin typeface="Calibri" panose="020F0502020204030204" pitchFamily="34" charset="0"/>
                <a:ea typeface="Calibri" panose="020F0502020204030204" pitchFamily="34" charset="0"/>
                <a:cs typeface="Times New Roman" panose="02020603050405020304" pitchFamily="18" charset="0"/>
              </a:rPr>
              <a:t> how an </a:t>
            </a:r>
            <a:r>
              <a:rPr lang="en-IE" sz="18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interval/ratio </a:t>
            </a:r>
            <a:r>
              <a:rPr lang="en-IE" sz="1800" dirty="0">
                <a:solidFill>
                  <a:srgbClr val="00B050"/>
                </a:solidFill>
                <a:effectLst/>
                <a:latin typeface="Calibri" panose="020F0502020204030204" pitchFamily="34" charset="0"/>
                <a:ea typeface="Calibri" panose="020F0502020204030204" pitchFamily="34" charset="0"/>
                <a:cs typeface="Times New Roman" panose="02020603050405020304" pitchFamily="18" charset="0"/>
              </a:rPr>
              <a:t>dependent var </a:t>
            </a:r>
            <a:r>
              <a:rPr lang="en-IE" dirty="0">
                <a:latin typeface="Calibri" panose="020F0502020204030204" pitchFamily="34" charset="0"/>
                <a:ea typeface="Calibri" panose="020F0502020204030204" pitchFamily="34" charset="0"/>
                <a:cs typeface="Times New Roman" panose="02020603050405020304" pitchFamily="18" charset="0"/>
              </a:rPr>
              <a:t>correlates </a:t>
            </a:r>
            <a:r>
              <a:rPr lang="en-IE" sz="1800" dirty="0">
                <a:effectLst/>
                <a:latin typeface="Calibri" panose="020F0502020204030204" pitchFamily="34" charset="0"/>
                <a:ea typeface="Calibri" panose="020F0502020204030204" pitchFamily="34" charset="0"/>
                <a:cs typeface="Times New Roman" panose="02020603050405020304" pitchFamily="18" charset="0"/>
              </a:rPr>
              <a:t>to an </a:t>
            </a:r>
            <a:r>
              <a:rPr lang="en-IE" sz="18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ordinal/interval/ratio </a:t>
            </a:r>
            <a:r>
              <a:rPr lang="en-IE" sz="1800" dirty="0">
                <a:solidFill>
                  <a:srgbClr val="00B050"/>
                </a:solidFill>
                <a:effectLst/>
                <a:latin typeface="Calibri" panose="020F0502020204030204" pitchFamily="34" charset="0"/>
                <a:ea typeface="Calibri" panose="020F0502020204030204" pitchFamily="34" charset="0"/>
                <a:cs typeface="Times New Roman" panose="02020603050405020304" pitchFamily="18" charset="0"/>
              </a:rPr>
              <a:t>independent variable</a:t>
            </a:r>
            <a:endParaRPr lang="en-GB" dirty="0"/>
          </a:p>
        </p:txBody>
      </p:sp>
      <p:sp>
        <p:nvSpPr>
          <p:cNvPr id="8" name="Subtitle 7">
            <a:extLst>
              <a:ext uri="{FF2B5EF4-FFF2-40B4-BE49-F238E27FC236}">
                <a16:creationId xmlns:a16="http://schemas.microsoft.com/office/drawing/2014/main" id="{08296624-D625-8A51-63F8-EC461F283B3B}"/>
              </a:ext>
            </a:extLst>
          </p:cNvPr>
          <p:cNvSpPr>
            <a:spLocks noGrp="1"/>
          </p:cNvSpPr>
          <p:nvPr>
            <p:ph type="subTitle" idx="1"/>
          </p:nvPr>
        </p:nvSpPr>
        <p:spPr>
          <a:xfrm>
            <a:off x="952800" y="716650"/>
            <a:ext cx="10273911" cy="668224"/>
          </a:xfrm>
          <a:solidFill>
            <a:schemeClr val="bg2"/>
          </a:solidFill>
        </p:spPr>
        <p:txBody>
          <a:bodyPr/>
          <a:lstStyle/>
          <a:p>
            <a:pPr>
              <a:lnSpc>
                <a:spcPct val="100000"/>
              </a:lnSpc>
            </a:pPr>
            <a:r>
              <a:rPr lang="en-GB" dirty="0"/>
              <a:t>Correlation</a:t>
            </a:r>
            <a:r>
              <a:rPr lang="en-GB" b="0" dirty="0"/>
              <a:t>: Included two </a:t>
            </a:r>
            <a:r>
              <a:rPr lang="en-GB" b="0" i="1" dirty="0"/>
              <a:t>visualizations</a:t>
            </a:r>
          </a:p>
        </p:txBody>
      </p:sp>
      <p:sp>
        <p:nvSpPr>
          <p:cNvPr id="12" name="Title 11">
            <a:extLst>
              <a:ext uri="{FF2B5EF4-FFF2-40B4-BE49-F238E27FC236}">
                <a16:creationId xmlns:a16="http://schemas.microsoft.com/office/drawing/2014/main" id="{F41CBD45-A845-C335-489D-8BB5DDD408DD}"/>
              </a:ext>
            </a:extLst>
          </p:cNvPr>
          <p:cNvSpPr>
            <a:spLocks noGrp="1"/>
          </p:cNvSpPr>
          <p:nvPr>
            <p:ph type="ctrTitle"/>
          </p:nvPr>
        </p:nvSpPr>
        <p:spPr>
          <a:xfrm>
            <a:off x="1055369" y="2007544"/>
            <a:ext cx="10656467" cy="2010058"/>
          </a:xfrm>
          <a:solidFill>
            <a:srgbClr val="FFFF00"/>
          </a:solidFill>
        </p:spPr>
        <p:txBody>
          <a:bodyPr>
            <a:normAutofit fontScale="90000"/>
          </a:bodyPr>
          <a:lstStyle/>
          <a:p>
            <a:pPr>
              <a:lnSpc>
                <a:spcPct val="100000"/>
              </a:lnSpc>
            </a:pPr>
            <a:r>
              <a:rPr lang="en-GB" sz="3600" b="0" dirty="0"/>
              <a:t>1. A scatterplot including the linear trendline</a:t>
            </a:r>
            <a:br>
              <a:rPr lang="en-GB" sz="3600" b="0" dirty="0"/>
            </a:br>
            <a:r>
              <a:rPr lang="en-GB" sz="3600" b="0" dirty="0"/>
              <a:t>       (ensuring your dependent variable is on the y-axis)</a:t>
            </a:r>
            <a:br>
              <a:rPr lang="en-GB" sz="3600" b="0" dirty="0"/>
            </a:br>
            <a:r>
              <a:rPr lang="en-GB" sz="3600" b="0" dirty="0"/>
              <a:t>2. A histogram include the normal curve overlay. The histogram plots data from your </a:t>
            </a:r>
            <a:r>
              <a:rPr lang="en-GB" sz="3600" dirty="0"/>
              <a:t>dependent variable </a:t>
            </a:r>
            <a:r>
              <a:rPr lang="en-GB" sz="3600" b="0" dirty="0"/>
              <a:t>only.</a:t>
            </a:r>
            <a:br>
              <a:rPr lang="en-GB" sz="3600" b="0" dirty="0"/>
            </a:br>
            <a:br>
              <a:rPr lang="en-GB" sz="3600" b="0" dirty="0"/>
            </a:br>
            <a:r>
              <a:rPr lang="en-GB" sz="3600" b="0" dirty="0"/>
              <a:t>Clearly labelled axes to including variable name and units of measurement. Included a title to give visualization a context.</a:t>
            </a:r>
          </a:p>
        </p:txBody>
      </p:sp>
    </p:spTree>
    <p:extLst>
      <p:ext uri="{BB962C8B-B14F-4D97-AF65-F5344CB8AC3E}">
        <p14:creationId xmlns:p14="http://schemas.microsoft.com/office/powerpoint/2010/main" val="3249461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a:extLst>
              <a:ext uri="{FF2B5EF4-FFF2-40B4-BE49-F238E27FC236}">
                <a16:creationId xmlns:a16="http://schemas.microsoft.com/office/drawing/2014/main" id="{E31262B9-84B0-C1A5-543C-8FA0F2459C07}"/>
              </a:ext>
            </a:extLst>
          </p:cNvPr>
          <p:cNvSpPr>
            <a:spLocks noGrp="1"/>
          </p:cNvSpPr>
          <p:nvPr>
            <p:ph type="subTitle" idx="1"/>
          </p:nvPr>
        </p:nvSpPr>
        <p:spPr>
          <a:xfrm>
            <a:off x="953743" y="1260784"/>
            <a:ext cx="8908713" cy="470046"/>
          </a:xfrm>
        </p:spPr>
        <p:txBody>
          <a:bodyPr/>
          <a:lstStyle/>
          <a:p>
            <a:r>
              <a:rPr lang="en-US" dirty="0"/>
              <a:t>Part 1: VISUALISATION </a:t>
            </a:r>
            <a:r>
              <a:rPr lang="en-US" sz="3200" dirty="0"/>
              <a:t>( Scatter Plot )</a:t>
            </a:r>
            <a:endParaRPr lang="en-GB" dirty="0"/>
          </a:p>
        </p:txBody>
      </p:sp>
      <p:sp>
        <p:nvSpPr>
          <p:cNvPr id="3" name="Footer Placeholder 2">
            <a:extLst>
              <a:ext uri="{FF2B5EF4-FFF2-40B4-BE49-F238E27FC236}">
                <a16:creationId xmlns:a16="http://schemas.microsoft.com/office/drawing/2014/main" id="{AA8750A5-C5AD-CEC8-7CD5-C4412264CC71}"/>
              </a:ext>
            </a:extLst>
          </p:cNvPr>
          <p:cNvSpPr>
            <a:spLocks noGrp="1"/>
          </p:cNvSpPr>
          <p:nvPr>
            <p:ph type="ftr" sz="quarter" idx="11"/>
          </p:nvPr>
        </p:nvSpPr>
        <p:spPr/>
        <p:txBody>
          <a:bodyPr/>
          <a:lstStyle/>
          <a:p>
            <a:r>
              <a:rPr lang="en-GB"/>
              <a:t>PRESENTATION TITLE (ADD VIA INSERT, HEADER &amp; FOOTER)</a:t>
            </a:r>
          </a:p>
        </p:txBody>
      </p:sp>
      <p:sp>
        <p:nvSpPr>
          <p:cNvPr id="4" name="Slide Number Placeholder 3">
            <a:extLst>
              <a:ext uri="{FF2B5EF4-FFF2-40B4-BE49-F238E27FC236}">
                <a16:creationId xmlns:a16="http://schemas.microsoft.com/office/drawing/2014/main" id="{2B0B5058-8385-6382-3B48-5ADE78EDFDAD}"/>
              </a:ext>
            </a:extLst>
          </p:cNvPr>
          <p:cNvSpPr>
            <a:spLocks noGrp="1"/>
          </p:cNvSpPr>
          <p:nvPr>
            <p:ph type="sldNum" sz="quarter" idx="12"/>
          </p:nvPr>
        </p:nvSpPr>
        <p:spPr/>
        <p:txBody>
          <a:bodyPr/>
          <a:lstStyle/>
          <a:p>
            <a:fld id="{E4D355CA-84B7-41B1-B164-8BB439CC7C6B}" type="slidenum">
              <a:rPr lang="en-GB" smtClean="0"/>
              <a:pPr/>
              <a:t>4</a:t>
            </a:fld>
            <a:endParaRPr lang="en-GB"/>
          </a:p>
        </p:txBody>
      </p:sp>
      <p:pic>
        <p:nvPicPr>
          <p:cNvPr id="7" name="Picture 6" descr="A graph of a movie budget&#10;&#10;AI-generated content may be incorrect.">
            <a:extLst>
              <a:ext uri="{FF2B5EF4-FFF2-40B4-BE49-F238E27FC236}">
                <a16:creationId xmlns:a16="http://schemas.microsoft.com/office/drawing/2014/main" id="{6D621628-EAF6-CC65-C737-F6A3FB2711C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418951" y="1730830"/>
            <a:ext cx="6207650" cy="3854380"/>
          </a:xfrm>
          <a:prstGeom prst="rect">
            <a:avLst/>
          </a:prstGeom>
        </p:spPr>
      </p:pic>
    </p:spTree>
    <p:extLst>
      <p:ext uri="{BB962C8B-B14F-4D97-AF65-F5344CB8AC3E}">
        <p14:creationId xmlns:p14="http://schemas.microsoft.com/office/powerpoint/2010/main" val="233914479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A54BBB-3946-9D80-B19F-76256B04CDB8}"/>
            </a:ext>
          </a:extLst>
        </p:cNvPr>
        <p:cNvGrpSpPr/>
        <p:nvPr/>
      </p:nvGrpSpPr>
      <p:grpSpPr>
        <a:xfrm>
          <a:off x="0" y="0"/>
          <a:ext cx="0" cy="0"/>
          <a:chOff x="0" y="0"/>
          <a:chExt cx="0" cy="0"/>
        </a:xfrm>
      </p:grpSpPr>
      <p:sp>
        <p:nvSpPr>
          <p:cNvPr id="2" name="Subtitle 1">
            <a:extLst>
              <a:ext uri="{FF2B5EF4-FFF2-40B4-BE49-F238E27FC236}">
                <a16:creationId xmlns:a16="http://schemas.microsoft.com/office/drawing/2014/main" id="{63026C62-8B08-4736-2936-7C0E40A3C8A5}"/>
              </a:ext>
            </a:extLst>
          </p:cNvPr>
          <p:cNvSpPr>
            <a:spLocks noGrp="1"/>
          </p:cNvSpPr>
          <p:nvPr>
            <p:ph type="subTitle" idx="1"/>
          </p:nvPr>
        </p:nvSpPr>
        <p:spPr>
          <a:xfrm>
            <a:off x="953743" y="1260784"/>
            <a:ext cx="8908713" cy="470046"/>
          </a:xfrm>
        </p:spPr>
        <p:txBody>
          <a:bodyPr/>
          <a:lstStyle/>
          <a:p>
            <a:r>
              <a:rPr lang="en-US" dirty="0"/>
              <a:t>Part 1: VISUALISATION </a:t>
            </a:r>
            <a:r>
              <a:rPr lang="en-US" sz="3200" dirty="0"/>
              <a:t>( Histogram)</a:t>
            </a:r>
            <a:endParaRPr lang="en-GB" dirty="0"/>
          </a:p>
        </p:txBody>
      </p:sp>
      <p:sp>
        <p:nvSpPr>
          <p:cNvPr id="3" name="Footer Placeholder 2">
            <a:extLst>
              <a:ext uri="{FF2B5EF4-FFF2-40B4-BE49-F238E27FC236}">
                <a16:creationId xmlns:a16="http://schemas.microsoft.com/office/drawing/2014/main" id="{8F767CE0-F2BD-509E-9287-287CD8F5E606}"/>
              </a:ext>
            </a:extLst>
          </p:cNvPr>
          <p:cNvSpPr>
            <a:spLocks noGrp="1"/>
          </p:cNvSpPr>
          <p:nvPr>
            <p:ph type="ftr" sz="quarter" idx="11"/>
          </p:nvPr>
        </p:nvSpPr>
        <p:spPr/>
        <p:txBody>
          <a:bodyPr/>
          <a:lstStyle/>
          <a:p>
            <a:r>
              <a:rPr lang="en-GB"/>
              <a:t>PRESENTATION TITLE (ADD VIA INSERT, HEADER &amp; FOOTER)</a:t>
            </a:r>
          </a:p>
        </p:txBody>
      </p:sp>
      <p:sp>
        <p:nvSpPr>
          <p:cNvPr id="4" name="Slide Number Placeholder 3">
            <a:extLst>
              <a:ext uri="{FF2B5EF4-FFF2-40B4-BE49-F238E27FC236}">
                <a16:creationId xmlns:a16="http://schemas.microsoft.com/office/drawing/2014/main" id="{732A7E0C-ECAB-DD89-F766-E5A2F9BF0905}"/>
              </a:ext>
            </a:extLst>
          </p:cNvPr>
          <p:cNvSpPr>
            <a:spLocks noGrp="1"/>
          </p:cNvSpPr>
          <p:nvPr>
            <p:ph type="sldNum" sz="quarter" idx="12"/>
          </p:nvPr>
        </p:nvSpPr>
        <p:spPr/>
        <p:txBody>
          <a:bodyPr/>
          <a:lstStyle/>
          <a:p>
            <a:fld id="{E4D355CA-84B7-41B1-B164-8BB439CC7C6B}" type="slidenum">
              <a:rPr lang="en-GB" smtClean="0"/>
              <a:pPr/>
              <a:t>5</a:t>
            </a:fld>
            <a:endParaRPr lang="en-GB"/>
          </a:p>
        </p:txBody>
      </p:sp>
      <p:pic>
        <p:nvPicPr>
          <p:cNvPr id="6" name="Picture 5" descr="A graph of a number of bars&#10;&#10;AI-generated content may be incorrect.">
            <a:extLst>
              <a:ext uri="{FF2B5EF4-FFF2-40B4-BE49-F238E27FC236}">
                <a16:creationId xmlns:a16="http://schemas.microsoft.com/office/drawing/2014/main" id="{EFC44CEF-A1FC-7B05-C797-8AFB13669FA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89667" y="1730830"/>
            <a:ext cx="5960534" cy="3700944"/>
          </a:xfrm>
          <a:prstGeom prst="rect">
            <a:avLst/>
          </a:prstGeom>
        </p:spPr>
      </p:pic>
    </p:spTree>
    <p:extLst>
      <p:ext uri="{BB962C8B-B14F-4D97-AF65-F5344CB8AC3E}">
        <p14:creationId xmlns:p14="http://schemas.microsoft.com/office/powerpoint/2010/main" val="183123161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a:extLst>
              <a:ext uri="{FF2B5EF4-FFF2-40B4-BE49-F238E27FC236}">
                <a16:creationId xmlns:a16="http://schemas.microsoft.com/office/drawing/2014/main" id="{A3BCDAA3-A3AD-A880-5E9C-0E1ABBC0A463}"/>
              </a:ext>
            </a:extLst>
          </p:cNvPr>
          <p:cNvSpPr>
            <a:spLocks noGrp="1"/>
          </p:cNvSpPr>
          <p:nvPr>
            <p:ph type="subTitle" idx="1"/>
          </p:nvPr>
        </p:nvSpPr>
        <p:spPr>
          <a:xfrm>
            <a:off x="954000" y="1698171"/>
            <a:ext cx="10285200" cy="551829"/>
          </a:xfrm>
        </p:spPr>
        <p:txBody>
          <a:bodyPr/>
          <a:lstStyle/>
          <a:p>
            <a:r>
              <a:rPr lang="en-US" dirty="0"/>
              <a:t>Part 2: Analysis (building on Visualizations)</a:t>
            </a:r>
            <a:endParaRPr lang="en-GB" dirty="0"/>
          </a:p>
        </p:txBody>
      </p:sp>
      <p:sp>
        <p:nvSpPr>
          <p:cNvPr id="3" name="Footer Placeholder 2">
            <a:extLst>
              <a:ext uri="{FF2B5EF4-FFF2-40B4-BE49-F238E27FC236}">
                <a16:creationId xmlns:a16="http://schemas.microsoft.com/office/drawing/2014/main" id="{0287CE03-B588-8643-02BA-1E1B72567176}"/>
              </a:ext>
            </a:extLst>
          </p:cNvPr>
          <p:cNvSpPr>
            <a:spLocks noGrp="1"/>
          </p:cNvSpPr>
          <p:nvPr>
            <p:ph type="ftr" sz="quarter" idx="11"/>
          </p:nvPr>
        </p:nvSpPr>
        <p:spPr/>
        <p:txBody>
          <a:bodyPr/>
          <a:lstStyle/>
          <a:p>
            <a:r>
              <a:rPr lang="en-GB"/>
              <a:t>PRESENTATION TITLE (ADD VIA INSERT, HEADER &amp; FOOTER)</a:t>
            </a:r>
          </a:p>
        </p:txBody>
      </p:sp>
      <p:sp>
        <p:nvSpPr>
          <p:cNvPr id="4" name="Slide Number Placeholder 3">
            <a:extLst>
              <a:ext uri="{FF2B5EF4-FFF2-40B4-BE49-F238E27FC236}">
                <a16:creationId xmlns:a16="http://schemas.microsoft.com/office/drawing/2014/main" id="{953BD585-11D8-30FD-4A30-9F1639F0D149}"/>
              </a:ext>
            </a:extLst>
          </p:cNvPr>
          <p:cNvSpPr>
            <a:spLocks noGrp="1"/>
          </p:cNvSpPr>
          <p:nvPr>
            <p:ph type="sldNum" sz="quarter" idx="12"/>
          </p:nvPr>
        </p:nvSpPr>
        <p:spPr/>
        <p:txBody>
          <a:bodyPr/>
          <a:lstStyle/>
          <a:p>
            <a:fld id="{E4D355CA-84B7-41B1-B164-8BB439CC7C6B}" type="slidenum">
              <a:rPr lang="en-GB" smtClean="0"/>
              <a:pPr/>
              <a:t>6</a:t>
            </a:fld>
            <a:endParaRPr lang="en-GB"/>
          </a:p>
        </p:txBody>
      </p:sp>
    </p:spTree>
    <p:extLst>
      <p:ext uri="{BB962C8B-B14F-4D97-AF65-F5344CB8AC3E}">
        <p14:creationId xmlns:p14="http://schemas.microsoft.com/office/powerpoint/2010/main" val="177132115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 name="CustomShape 1"/>
          <p:cNvSpPr/>
          <p:nvPr/>
        </p:nvSpPr>
        <p:spPr>
          <a:xfrm>
            <a:off x="0" y="0"/>
            <a:ext cx="12191760" cy="685764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txBody>
          <a:bodyPr/>
          <a:lstStyle/>
          <a:p>
            <a:endParaRPr lang="en-GB"/>
          </a:p>
        </p:txBody>
      </p:sp>
      <p:sp>
        <p:nvSpPr>
          <p:cNvPr id="116" name="CustomShape 2"/>
          <p:cNvSpPr/>
          <p:nvPr/>
        </p:nvSpPr>
        <p:spPr>
          <a:xfrm rot="10800000" flipH="1">
            <a:off x="360" y="360"/>
            <a:ext cx="12191760" cy="1575720"/>
          </a:xfrm>
          <a:prstGeom prst="rect">
            <a:avLst/>
          </a:prstGeom>
          <a:gradFill rotWithShape="0">
            <a:gsLst>
              <a:gs pos="0">
                <a:srgbClr val="000000">
                  <a:alpha val="96078"/>
                </a:srgbClr>
              </a:gs>
              <a:gs pos="100000">
                <a:srgbClr val="77418E"/>
              </a:gs>
            </a:gsLst>
            <a:lin ang="15600000"/>
          </a:gradFill>
          <a:ln>
            <a:noFill/>
          </a:ln>
        </p:spPr>
        <p:style>
          <a:lnRef idx="2">
            <a:schemeClr val="accent1">
              <a:shade val="50000"/>
            </a:schemeClr>
          </a:lnRef>
          <a:fillRef idx="1">
            <a:schemeClr val="accent1"/>
          </a:fillRef>
          <a:effectRef idx="0">
            <a:schemeClr val="accent1"/>
          </a:effectRef>
          <a:fontRef idx="minor"/>
        </p:style>
        <p:txBody>
          <a:bodyPr/>
          <a:lstStyle/>
          <a:p>
            <a:endParaRPr lang="en-GB"/>
          </a:p>
        </p:txBody>
      </p:sp>
      <p:sp>
        <p:nvSpPr>
          <p:cNvPr id="117" name="CustomShape 3"/>
          <p:cNvSpPr/>
          <p:nvPr/>
        </p:nvSpPr>
        <p:spPr>
          <a:xfrm>
            <a:off x="0" y="0"/>
            <a:ext cx="8128440" cy="1575000"/>
          </a:xfrm>
          <a:prstGeom prst="rect">
            <a:avLst/>
          </a:prstGeom>
          <a:gradFill rotWithShape="0">
            <a:gsLst>
              <a:gs pos="26000">
                <a:srgbClr val="C49FD3">
                  <a:alpha val="0"/>
                </a:srgbClr>
              </a:gs>
              <a:gs pos="100000">
                <a:srgbClr val="9C5FB5">
                  <a:alpha val="41176"/>
                </a:srgbClr>
              </a:gs>
            </a:gsLst>
            <a:lin ang="19200000"/>
          </a:gradFill>
          <a:ln>
            <a:noFill/>
          </a:ln>
        </p:spPr>
        <p:style>
          <a:lnRef idx="2">
            <a:schemeClr val="accent1">
              <a:shade val="50000"/>
            </a:schemeClr>
          </a:lnRef>
          <a:fillRef idx="1">
            <a:schemeClr val="accent1"/>
          </a:fillRef>
          <a:effectRef idx="0">
            <a:schemeClr val="accent1"/>
          </a:effectRef>
          <a:fontRef idx="minor"/>
        </p:style>
        <p:txBody>
          <a:bodyPr/>
          <a:lstStyle/>
          <a:p>
            <a:endParaRPr lang="en-GB"/>
          </a:p>
        </p:txBody>
      </p:sp>
      <p:sp>
        <p:nvSpPr>
          <p:cNvPr id="118" name="CustomShape 4"/>
          <p:cNvSpPr/>
          <p:nvPr/>
        </p:nvSpPr>
        <p:spPr>
          <a:xfrm flipH="1">
            <a:off x="0" y="0"/>
            <a:ext cx="12191760" cy="1573920"/>
          </a:xfrm>
          <a:prstGeom prst="rect">
            <a:avLst/>
          </a:prstGeom>
          <a:gradFill rotWithShape="0">
            <a:gsLst>
              <a:gs pos="22000">
                <a:srgbClr val="9C5FB5">
                  <a:alpha val="15294"/>
                </a:srgbClr>
              </a:gs>
              <a:gs pos="100000">
                <a:srgbClr val="000000">
                  <a:alpha val="63137"/>
                </a:srgbClr>
              </a:gs>
            </a:gsLst>
            <a:lin ang="6000000"/>
          </a:gradFill>
          <a:ln>
            <a:noFill/>
          </a:ln>
        </p:spPr>
        <p:style>
          <a:lnRef idx="2">
            <a:schemeClr val="accent1">
              <a:shade val="50000"/>
            </a:schemeClr>
          </a:lnRef>
          <a:fillRef idx="1">
            <a:schemeClr val="accent1"/>
          </a:fillRef>
          <a:effectRef idx="0">
            <a:schemeClr val="accent1"/>
          </a:effectRef>
          <a:fontRef idx="minor"/>
        </p:style>
        <p:txBody>
          <a:bodyPr/>
          <a:lstStyle/>
          <a:p>
            <a:endParaRPr lang="en-GB"/>
          </a:p>
        </p:txBody>
      </p:sp>
      <p:sp>
        <p:nvSpPr>
          <p:cNvPr id="119" name="TextShape 5"/>
          <p:cNvSpPr txBox="1"/>
          <p:nvPr/>
        </p:nvSpPr>
        <p:spPr>
          <a:xfrm>
            <a:off x="290880" y="158400"/>
            <a:ext cx="7063200" cy="1158840"/>
          </a:xfrm>
          <a:prstGeom prst="rect">
            <a:avLst/>
          </a:prstGeom>
          <a:noFill/>
          <a:ln>
            <a:noFill/>
          </a:ln>
        </p:spPr>
        <p:txBody>
          <a:bodyPr anchor="ctr">
            <a:normAutofit/>
          </a:bodyPr>
          <a:lstStyle/>
          <a:p>
            <a:pPr>
              <a:lnSpc>
                <a:spcPct val="90000"/>
              </a:lnSpc>
            </a:pPr>
            <a:r>
              <a:rPr lang="en-US" sz="2400" b="0" strike="noStrike" spc="-202">
                <a:solidFill>
                  <a:srgbClr val="FFFFFF"/>
                </a:solidFill>
                <a:latin typeface="Arial"/>
              </a:rPr>
              <a:t> </a:t>
            </a:r>
            <a:br/>
            <a:br/>
            <a:endParaRPr lang="en-US" sz="2400" b="0" strike="noStrike" spc="-1">
              <a:solidFill>
                <a:srgbClr val="203232"/>
              </a:solidFill>
              <a:latin typeface="Arial"/>
            </a:endParaRPr>
          </a:p>
        </p:txBody>
      </p:sp>
      <p:sp>
        <p:nvSpPr>
          <p:cNvPr id="120" name="TextShape 6"/>
          <p:cNvSpPr txBox="1"/>
          <p:nvPr/>
        </p:nvSpPr>
        <p:spPr>
          <a:xfrm>
            <a:off x="8217720" y="343800"/>
            <a:ext cx="3386160" cy="1158840"/>
          </a:xfrm>
          <a:prstGeom prst="rect">
            <a:avLst/>
          </a:prstGeom>
          <a:noFill/>
          <a:ln>
            <a:noFill/>
          </a:ln>
        </p:spPr>
        <p:txBody>
          <a:bodyPr anchor="ctr">
            <a:noAutofit/>
          </a:bodyPr>
          <a:lstStyle/>
          <a:p>
            <a:pPr>
              <a:lnSpc>
                <a:spcPts val="2880"/>
              </a:lnSpc>
              <a:spcAft>
                <a:spcPts val="992"/>
              </a:spcAft>
              <a:tabLst>
                <a:tab pos="0" algn="l"/>
              </a:tabLst>
            </a:pPr>
            <a:r>
              <a:rPr lang="en-GB" sz="3200" b="0" strike="noStrike" spc="-100">
                <a:solidFill>
                  <a:srgbClr val="FFFFFF"/>
                </a:solidFill>
                <a:latin typeface="Arial"/>
              </a:rPr>
              <a:t>Our RQ asks about Correlation</a:t>
            </a:r>
            <a:endParaRPr lang="en-US" sz="3200" b="0" strike="noStrike" spc="-1">
              <a:latin typeface="Arial"/>
            </a:endParaRPr>
          </a:p>
        </p:txBody>
      </p:sp>
      <p:sp>
        <p:nvSpPr>
          <p:cNvPr id="121" name="TextShape 7"/>
          <p:cNvSpPr txBox="1"/>
          <p:nvPr/>
        </p:nvSpPr>
        <p:spPr>
          <a:xfrm>
            <a:off x="11704320" y="6455520"/>
            <a:ext cx="447840" cy="364680"/>
          </a:xfrm>
          <a:prstGeom prst="rect">
            <a:avLst/>
          </a:prstGeom>
          <a:noFill/>
          <a:ln>
            <a:noFill/>
          </a:ln>
        </p:spPr>
        <p:txBody>
          <a:bodyPr anchor="ctr">
            <a:normAutofit/>
          </a:bodyPr>
          <a:lstStyle/>
          <a:p>
            <a:pPr algn="r">
              <a:lnSpc>
                <a:spcPct val="100000"/>
              </a:lnSpc>
              <a:spcAft>
                <a:spcPts val="601"/>
              </a:spcAft>
            </a:pPr>
            <a:fld id="{3AD1EC97-2E3A-4B5A-93B5-9F892C3DC423}" type="slidenum">
              <a:rPr lang="en-US" sz="1100" b="1" strike="noStrike" spc="-1">
                <a:solidFill>
                  <a:srgbClr val="7DABAB"/>
                </a:solidFill>
                <a:latin typeface="Arial"/>
              </a:rPr>
              <a:t>7</a:t>
            </a:fld>
            <a:endParaRPr lang="en-US" sz="1100" b="0" strike="noStrike" spc="-1">
              <a:latin typeface="Times New Roman"/>
            </a:endParaRPr>
          </a:p>
        </p:txBody>
      </p:sp>
      <p:sp>
        <p:nvSpPr>
          <p:cNvPr id="122" name="CustomShape 8"/>
          <p:cNvSpPr/>
          <p:nvPr/>
        </p:nvSpPr>
        <p:spPr>
          <a:xfrm>
            <a:off x="366120" y="197640"/>
            <a:ext cx="6988320" cy="118764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spAutoFit/>
          </a:bodyPr>
          <a:lstStyle/>
          <a:p>
            <a:pPr>
              <a:lnSpc>
                <a:spcPct val="100000"/>
              </a:lnSpc>
            </a:pPr>
            <a:r>
              <a:rPr lang="en-GB" sz="2400" b="0" strike="noStrike" spc="-1">
                <a:solidFill>
                  <a:srgbClr val="FFFFFF"/>
                </a:solidFill>
                <a:latin typeface="Arial"/>
              </a:rPr>
              <a:t>Here is a </a:t>
            </a:r>
            <a:r>
              <a:rPr lang="en-GB" sz="2400" b="1" strike="noStrike" spc="-1">
                <a:solidFill>
                  <a:srgbClr val="FFFFFF"/>
                </a:solidFill>
                <a:latin typeface="Arial"/>
              </a:rPr>
              <a:t>Histogram </a:t>
            </a:r>
            <a:r>
              <a:rPr lang="en-GB" sz="2400" b="0" strike="noStrike" spc="-1">
                <a:solidFill>
                  <a:srgbClr val="FFFFFF"/>
                </a:solidFill>
                <a:latin typeface="Arial"/>
              </a:rPr>
              <a:t>showing the frequencies of our dependent variable to include the normal curve overlay</a:t>
            </a:r>
            <a:r>
              <a:rPr lang="en-GB" sz="1800" b="0" strike="noStrike" spc="-1">
                <a:solidFill>
                  <a:srgbClr val="203232"/>
                </a:solidFill>
                <a:latin typeface="Arial"/>
              </a:rPr>
              <a:t>.</a:t>
            </a:r>
            <a:endParaRPr lang="en-US" sz="1800" b="0" strike="noStrike" spc="-1">
              <a:latin typeface="Arial"/>
            </a:endParaRPr>
          </a:p>
        </p:txBody>
      </p:sp>
      <p:sp>
        <p:nvSpPr>
          <p:cNvPr id="123" name="CustomShape 9"/>
          <p:cNvSpPr/>
          <p:nvPr/>
        </p:nvSpPr>
        <p:spPr>
          <a:xfrm>
            <a:off x="182880" y="1645920"/>
            <a:ext cx="11722680" cy="5046840"/>
          </a:xfrm>
          <a:prstGeom prst="roundRect">
            <a:avLst>
              <a:gd name="adj" fmla="val 16667"/>
            </a:avLst>
          </a:prstGeom>
          <a:solidFill>
            <a:schemeClr val="accent1">
              <a:lumMod val="20000"/>
              <a:lumOff val="80000"/>
            </a:schemeClr>
          </a:solid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nSpc>
                <a:spcPct val="100000"/>
              </a:lnSpc>
            </a:pPr>
            <a:endParaRPr lang="en-US" sz="1800" b="0" strike="noStrike" spc="-1" dirty="0">
              <a:latin typeface="Arial"/>
            </a:endParaRPr>
          </a:p>
          <a:p>
            <a:pPr>
              <a:lnSpc>
                <a:spcPct val="100000"/>
              </a:lnSpc>
            </a:pPr>
            <a:endParaRPr lang="en-US" sz="1800" b="0" strike="noStrike" spc="-1" dirty="0">
              <a:latin typeface="Arial"/>
            </a:endParaRPr>
          </a:p>
          <a:p>
            <a:pPr>
              <a:lnSpc>
                <a:spcPct val="100000"/>
              </a:lnSpc>
            </a:pPr>
            <a:endParaRPr lang="en-US" sz="1800" b="0" strike="noStrike" spc="-1" dirty="0">
              <a:latin typeface="Arial"/>
            </a:endParaRPr>
          </a:p>
          <a:p>
            <a:pPr>
              <a:lnSpc>
                <a:spcPct val="100000"/>
              </a:lnSpc>
            </a:pPr>
            <a:endParaRPr lang="en-US" sz="1800" b="0" strike="noStrike" spc="-1" dirty="0">
              <a:latin typeface="Arial"/>
            </a:endParaRPr>
          </a:p>
          <a:p>
            <a:pPr>
              <a:lnSpc>
                <a:spcPct val="100000"/>
              </a:lnSpc>
            </a:pPr>
            <a:endParaRPr lang="en-US" sz="1800" b="0" strike="noStrike" spc="-1" dirty="0">
              <a:latin typeface="Arial"/>
            </a:endParaRPr>
          </a:p>
          <a:p>
            <a:pPr>
              <a:lnSpc>
                <a:spcPct val="100000"/>
              </a:lnSpc>
            </a:pPr>
            <a:endParaRPr lang="en-US" sz="1800" b="0" strike="noStrike" spc="-1" dirty="0">
              <a:latin typeface="Arial"/>
            </a:endParaRPr>
          </a:p>
          <a:p>
            <a:pPr>
              <a:lnSpc>
                <a:spcPct val="100000"/>
              </a:lnSpc>
            </a:pPr>
            <a:endParaRPr lang="en-US" sz="1800" b="0" strike="noStrike" spc="-1" dirty="0">
              <a:latin typeface="Arial"/>
            </a:endParaRPr>
          </a:p>
          <a:p>
            <a:pPr>
              <a:lnSpc>
                <a:spcPct val="100000"/>
              </a:lnSpc>
            </a:pPr>
            <a:endParaRPr lang="en-US" sz="1800" b="0" strike="noStrike" spc="-1" dirty="0">
              <a:latin typeface="Arial"/>
            </a:endParaRPr>
          </a:p>
          <a:p>
            <a:pPr>
              <a:lnSpc>
                <a:spcPct val="100000"/>
              </a:lnSpc>
            </a:pPr>
            <a:endParaRPr lang="en-US" sz="1800" b="0" strike="noStrike" spc="-1" dirty="0">
              <a:latin typeface="Arial"/>
            </a:endParaRPr>
          </a:p>
          <a:p>
            <a:pPr>
              <a:lnSpc>
                <a:spcPct val="100000"/>
              </a:lnSpc>
            </a:pPr>
            <a:endParaRPr lang="en-US" sz="1800" b="0" strike="noStrike" spc="-1" dirty="0">
              <a:latin typeface="Arial"/>
            </a:endParaRPr>
          </a:p>
          <a:p>
            <a:pPr>
              <a:lnSpc>
                <a:spcPct val="100000"/>
              </a:lnSpc>
            </a:pPr>
            <a:endParaRPr lang="en-US" sz="1800" b="0" strike="noStrike" spc="-1" dirty="0">
              <a:latin typeface="Arial"/>
            </a:endParaRPr>
          </a:p>
          <a:p>
            <a:pPr>
              <a:lnSpc>
                <a:spcPct val="100000"/>
              </a:lnSpc>
            </a:pPr>
            <a:endParaRPr lang="en-US" sz="1800" b="0" strike="noStrike" spc="-1" dirty="0">
              <a:latin typeface="Arial"/>
            </a:endParaRPr>
          </a:p>
          <a:p>
            <a:pPr>
              <a:lnSpc>
                <a:spcPct val="100000"/>
              </a:lnSpc>
            </a:pPr>
            <a:endParaRPr lang="en-US" sz="1800" b="0" strike="noStrike" spc="-1" dirty="0">
              <a:latin typeface="Arial"/>
            </a:endParaRPr>
          </a:p>
          <a:p>
            <a:pPr>
              <a:lnSpc>
                <a:spcPct val="100000"/>
              </a:lnSpc>
            </a:pPr>
            <a:endParaRPr lang="en-US" sz="1800" b="0" strike="noStrike" spc="-1" dirty="0">
              <a:latin typeface="Arial"/>
            </a:endParaRPr>
          </a:p>
          <a:p>
            <a:pPr>
              <a:lnSpc>
                <a:spcPct val="100000"/>
              </a:lnSpc>
            </a:pPr>
            <a:endParaRPr lang="en-US" sz="1800" b="0" strike="noStrike" spc="-1" dirty="0">
              <a:latin typeface="Arial"/>
            </a:endParaRPr>
          </a:p>
          <a:p>
            <a:pPr>
              <a:lnSpc>
                <a:spcPct val="100000"/>
              </a:lnSpc>
            </a:pPr>
            <a:endParaRPr lang="en-US" sz="1800" b="0" strike="noStrike" spc="-1" dirty="0">
              <a:latin typeface="Arial"/>
            </a:endParaRPr>
          </a:p>
        </p:txBody>
      </p:sp>
      <p:sp>
        <p:nvSpPr>
          <p:cNvPr id="124" name="CustomShape 10"/>
          <p:cNvSpPr/>
          <p:nvPr/>
        </p:nvSpPr>
        <p:spPr>
          <a:xfrm>
            <a:off x="6782246" y="2012760"/>
            <a:ext cx="4688074" cy="1475873"/>
          </a:xfrm>
          <a:prstGeom prst="rect">
            <a:avLst/>
          </a:prstGeom>
          <a:noFill/>
          <a:ln>
            <a:noFill/>
          </a:ln>
        </p:spPr>
        <p:style>
          <a:lnRef idx="0">
            <a:scrgbClr r="0" g="0" b="0"/>
          </a:lnRef>
          <a:fillRef idx="0">
            <a:scrgbClr r="0" g="0" b="0"/>
          </a:fillRef>
          <a:effectRef idx="0">
            <a:scrgbClr r="0" g="0" b="0"/>
          </a:effectRef>
          <a:fontRef idx="minor"/>
        </p:style>
        <p:txBody>
          <a:bodyPr wrap="square" lIns="90000" tIns="45000" rIns="90000" bIns="45000">
            <a:spAutoFit/>
          </a:bodyPr>
          <a:lstStyle/>
          <a:p>
            <a:pPr>
              <a:lnSpc>
                <a:spcPct val="100000"/>
              </a:lnSpc>
            </a:pPr>
            <a:r>
              <a:rPr lang="en-GB" sz="1800" b="0" strike="noStrike" spc="-1" dirty="0">
                <a:solidFill>
                  <a:srgbClr val="203232"/>
                </a:solidFill>
                <a:latin typeface="Arial"/>
              </a:rPr>
              <a:t>The normal curve overlay </a:t>
            </a:r>
            <a:r>
              <a:rPr lang="en-GB" sz="1800" b="1" strike="noStrike" spc="-1" dirty="0">
                <a:solidFill>
                  <a:srgbClr val="203232"/>
                </a:solidFill>
                <a:latin typeface="Arial"/>
              </a:rPr>
              <a:t>does not follow </a:t>
            </a:r>
            <a:r>
              <a:rPr lang="en-GB" sz="1800" b="0" strike="noStrike" spc="-1" dirty="0">
                <a:solidFill>
                  <a:srgbClr val="203232"/>
                </a:solidFill>
                <a:latin typeface="Arial"/>
              </a:rPr>
              <a:t>the shape of the underlying data, so for our analysis we  use the non-parametric test for correlation that does not assume normality: </a:t>
            </a:r>
            <a:r>
              <a:rPr lang="en-GB" sz="1800" b="0" strike="noStrike" spc="-1" dirty="0">
                <a:solidFill>
                  <a:srgbClr val="0073CF"/>
                </a:solidFill>
                <a:latin typeface="Arial"/>
              </a:rPr>
              <a:t>Spearman’s Rho</a:t>
            </a:r>
            <a:endParaRPr lang="en-US" sz="1800" b="0" strike="noStrike" spc="-1" dirty="0">
              <a:latin typeface="Arial"/>
            </a:endParaRPr>
          </a:p>
        </p:txBody>
      </p:sp>
      <p:pic>
        <p:nvPicPr>
          <p:cNvPr id="3" name="Picture 2" descr="A graph of a number of bars&#10;&#10;AI-generated content may be incorrect.">
            <a:extLst>
              <a:ext uri="{FF2B5EF4-FFF2-40B4-BE49-F238E27FC236}">
                <a16:creationId xmlns:a16="http://schemas.microsoft.com/office/drawing/2014/main" id="{75F52B97-295A-C6E5-3A52-5BA6202A20D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66120" y="1900163"/>
            <a:ext cx="6343116" cy="3938492"/>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 name="TextShape 1"/>
          <p:cNvSpPr txBox="1"/>
          <p:nvPr/>
        </p:nvSpPr>
        <p:spPr>
          <a:xfrm>
            <a:off x="965160" y="790920"/>
            <a:ext cx="7176600" cy="230400"/>
          </a:xfrm>
          <a:prstGeom prst="rect">
            <a:avLst/>
          </a:prstGeom>
          <a:noFill/>
          <a:ln>
            <a:noFill/>
          </a:ln>
        </p:spPr>
        <p:txBody>
          <a:bodyPr lIns="0" tIns="0" rIns="0" bIns="0">
            <a:noAutofit/>
          </a:bodyPr>
          <a:lstStyle/>
          <a:p>
            <a:pPr>
              <a:lnSpc>
                <a:spcPct val="100000"/>
              </a:lnSpc>
            </a:pPr>
            <a:r>
              <a:rPr lang="en-GB" sz="1500" b="0" strike="noStrike" spc="-1">
                <a:solidFill>
                  <a:srgbClr val="B3B9B9"/>
                </a:solidFill>
                <a:latin typeface="Arial"/>
              </a:rPr>
              <a:t>PRE 7COM1079-2022  Student Group No:  ?????</a:t>
            </a:r>
            <a:endParaRPr lang="en-US" sz="1500" b="0" strike="noStrike" spc="-1">
              <a:latin typeface="Times New Roman"/>
            </a:endParaRPr>
          </a:p>
        </p:txBody>
      </p:sp>
      <p:sp>
        <p:nvSpPr>
          <p:cNvPr id="136" name="TextShape 2"/>
          <p:cNvSpPr txBox="1"/>
          <p:nvPr/>
        </p:nvSpPr>
        <p:spPr>
          <a:xfrm>
            <a:off x="10616400" y="790920"/>
            <a:ext cx="622440" cy="230400"/>
          </a:xfrm>
          <a:prstGeom prst="rect">
            <a:avLst/>
          </a:prstGeom>
          <a:noFill/>
          <a:ln>
            <a:noFill/>
          </a:ln>
        </p:spPr>
        <p:txBody>
          <a:bodyPr lIns="0" tIns="0" rIns="0" bIns="0">
            <a:noAutofit/>
          </a:bodyPr>
          <a:lstStyle/>
          <a:p>
            <a:pPr algn="r">
              <a:lnSpc>
                <a:spcPct val="100000"/>
              </a:lnSpc>
            </a:pPr>
            <a:fld id="{ADC5D68A-648F-4923-B6A1-749DE04AEFFA}" type="slidenum">
              <a:rPr lang="en-GB" sz="1500" b="1" strike="noStrike" spc="-1">
                <a:solidFill>
                  <a:srgbClr val="B3B9B9"/>
                </a:solidFill>
                <a:latin typeface="Arial"/>
              </a:rPr>
              <a:t>8</a:t>
            </a:fld>
            <a:endParaRPr lang="en-US" sz="1500" b="0" strike="noStrike" spc="-1">
              <a:latin typeface="Times New Roman"/>
            </a:endParaRPr>
          </a:p>
        </p:txBody>
      </p:sp>
      <p:sp>
        <p:nvSpPr>
          <p:cNvPr id="137" name="TextShape 3"/>
          <p:cNvSpPr txBox="1"/>
          <p:nvPr/>
        </p:nvSpPr>
        <p:spPr>
          <a:xfrm>
            <a:off x="952919" y="385588"/>
            <a:ext cx="10815527" cy="667800"/>
          </a:xfrm>
          <a:prstGeom prst="rect">
            <a:avLst/>
          </a:prstGeom>
          <a:solidFill>
            <a:srgbClr val="FFFFFF"/>
          </a:solidFill>
          <a:ln>
            <a:noFill/>
          </a:ln>
        </p:spPr>
        <p:txBody>
          <a:bodyPr lIns="0" tIns="0" rIns="0" bIns="0">
            <a:noAutofit/>
          </a:bodyPr>
          <a:lstStyle/>
          <a:p>
            <a:pPr>
              <a:lnSpc>
                <a:spcPct val="100000"/>
              </a:lnSpc>
              <a:spcAft>
                <a:spcPts val="992"/>
              </a:spcAft>
              <a:tabLst>
                <a:tab pos="0" algn="l"/>
              </a:tabLst>
            </a:pPr>
            <a:r>
              <a:rPr lang="en-GB" sz="3600" b="1" strike="noStrike" spc="-100">
                <a:solidFill>
                  <a:srgbClr val="203232"/>
                </a:solidFill>
                <a:latin typeface="Arial"/>
              </a:rPr>
              <a:t>R Script and Results  (For ALL types of test) – The Analysis</a:t>
            </a:r>
            <a:endParaRPr lang="en-US" sz="3600" b="1" strike="noStrike" spc="-1">
              <a:latin typeface="Arial"/>
            </a:endParaRPr>
          </a:p>
          <a:p>
            <a:pPr>
              <a:lnSpc>
                <a:spcPct val="100000"/>
              </a:lnSpc>
              <a:spcAft>
                <a:spcPts val="992"/>
              </a:spcAft>
              <a:tabLst>
                <a:tab pos="0" algn="l"/>
              </a:tabLst>
            </a:pPr>
            <a:endParaRPr lang="en-US" sz="2400" b="0" strike="noStrike" spc="-1">
              <a:latin typeface="Arial"/>
            </a:endParaRPr>
          </a:p>
        </p:txBody>
      </p:sp>
      <p:sp>
        <p:nvSpPr>
          <p:cNvPr id="2" name="TextBox 1">
            <a:extLst>
              <a:ext uri="{FF2B5EF4-FFF2-40B4-BE49-F238E27FC236}">
                <a16:creationId xmlns:a16="http://schemas.microsoft.com/office/drawing/2014/main" id="{58BC67A1-346D-734F-321E-2098D1481674}"/>
              </a:ext>
            </a:extLst>
          </p:cNvPr>
          <p:cNvSpPr txBox="1"/>
          <p:nvPr/>
        </p:nvSpPr>
        <p:spPr>
          <a:xfrm>
            <a:off x="701458" y="1671663"/>
            <a:ext cx="11066988" cy="954107"/>
          </a:xfrm>
          <a:prstGeom prst="rect">
            <a:avLst/>
          </a:prstGeom>
          <a:solidFill>
            <a:schemeClr val="bg1"/>
          </a:solidFill>
        </p:spPr>
        <p:txBody>
          <a:bodyPr wrap="square" rtlCol="0">
            <a:spAutoFit/>
          </a:bodyPr>
          <a:lstStyle/>
          <a:p>
            <a:pPr marL="285750" indent="-285750">
              <a:buFont typeface="Arial" panose="020B0604020202020204" pitchFamily="34" charset="0"/>
              <a:buChar char="•"/>
            </a:pPr>
            <a:r>
              <a:rPr lang="en-US" sz="2000" b="0" strike="noStrike" spc="-202" dirty="0">
                <a:solidFill>
                  <a:srgbClr val="203232"/>
                </a:solidFill>
                <a:latin typeface="Arial"/>
              </a:rPr>
              <a:t>Include a snippet of the R code you use to calculate  test statistic.</a:t>
            </a:r>
          </a:p>
          <a:p>
            <a:pPr marL="285750" indent="-285750">
              <a:buFont typeface="Arial" panose="020B0604020202020204" pitchFamily="34" charset="0"/>
              <a:buChar char="•"/>
            </a:pPr>
            <a:endParaRPr lang="en-US" sz="3600" b="0" strike="noStrike" spc="-202" dirty="0">
              <a:solidFill>
                <a:srgbClr val="203232"/>
              </a:solidFill>
              <a:latin typeface="Arial"/>
            </a:endParaRPr>
          </a:p>
        </p:txBody>
      </p:sp>
      <p:pic>
        <p:nvPicPr>
          <p:cNvPr id="5" name="Picture 4">
            <a:extLst>
              <a:ext uri="{FF2B5EF4-FFF2-40B4-BE49-F238E27FC236}">
                <a16:creationId xmlns:a16="http://schemas.microsoft.com/office/drawing/2014/main" id="{045D7A18-927C-93F4-2EEA-FF47BCC19DFD}"/>
              </a:ext>
            </a:extLst>
          </p:cNvPr>
          <p:cNvPicPr>
            <a:picLocks noChangeAspect="1"/>
          </p:cNvPicPr>
          <p:nvPr/>
        </p:nvPicPr>
        <p:blipFill>
          <a:blip r:embed="rId3"/>
          <a:stretch>
            <a:fillRect/>
          </a:stretch>
        </p:blipFill>
        <p:spPr>
          <a:xfrm>
            <a:off x="1554215" y="2322939"/>
            <a:ext cx="7620477" cy="1487061"/>
          </a:xfrm>
          <a:prstGeom prst="rect">
            <a:avLst/>
          </a:prstGeom>
          <a:ln w="19050">
            <a:solidFill>
              <a:schemeClr val="tx1"/>
            </a:solidFill>
          </a:ln>
        </p:spPr>
      </p:pic>
      <p:pic>
        <p:nvPicPr>
          <p:cNvPr id="7" name="Picture 6">
            <a:extLst>
              <a:ext uri="{FF2B5EF4-FFF2-40B4-BE49-F238E27FC236}">
                <a16:creationId xmlns:a16="http://schemas.microsoft.com/office/drawing/2014/main" id="{06FF125D-ADEF-7576-666B-BB9D09DDBCF5}"/>
              </a:ext>
            </a:extLst>
          </p:cNvPr>
          <p:cNvPicPr>
            <a:picLocks noChangeAspect="1"/>
          </p:cNvPicPr>
          <p:nvPr/>
        </p:nvPicPr>
        <p:blipFill>
          <a:blip r:embed="rId4"/>
          <a:stretch>
            <a:fillRect/>
          </a:stretch>
        </p:blipFill>
        <p:spPr>
          <a:xfrm>
            <a:off x="1554215" y="4151262"/>
            <a:ext cx="7620478" cy="1575485"/>
          </a:xfrm>
          <a:prstGeom prst="rect">
            <a:avLst/>
          </a:prstGeom>
          <a:ln w="19050">
            <a:solidFill>
              <a:schemeClr val="tx1"/>
            </a:solid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6C1C71-D103-28C8-930A-34E6B739B59D}"/>
            </a:ext>
          </a:extLst>
        </p:cNvPr>
        <p:cNvGrpSpPr/>
        <p:nvPr/>
      </p:nvGrpSpPr>
      <p:grpSpPr>
        <a:xfrm>
          <a:off x="0" y="0"/>
          <a:ext cx="0" cy="0"/>
          <a:chOff x="0" y="0"/>
          <a:chExt cx="0" cy="0"/>
        </a:xfrm>
      </p:grpSpPr>
      <p:sp>
        <p:nvSpPr>
          <p:cNvPr id="135" name="TextShape 1">
            <a:extLst>
              <a:ext uri="{FF2B5EF4-FFF2-40B4-BE49-F238E27FC236}">
                <a16:creationId xmlns:a16="http://schemas.microsoft.com/office/drawing/2014/main" id="{2D529249-8896-08D9-25BA-72BDC3EE0624}"/>
              </a:ext>
            </a:extLst>
          </p:cNvPr>
          <p:cNvSpPr txBox="1"/>
          <p:nvPr/>
        </p:nvSpPr>
        <p:spPr>
          <a:xfrm>
            <a:off x="965160" y="790920"/>
            <a:ext cx="7176600" cy="230400"/>
          </a:xfrm>
          <a:prstGeom prst="rect">
            <a:avLst/>
          </a:prstGeom>
          <a:noFill/>
          <a:ln>
            <a:noFill/>
          </a:ln>
        </p:spPr>
        <p:txBody>
          <a:bodyPr lIns="0" tIns="0" rIns="0" bIns="0">
            <a:noAutofit/>
          </a:bodyPr>
          <a:lstStyle/>
          <a:p>
            <a:pPr>
              <a:lnSpc>
                <a:spcPct val="100000"/>
              </a:lnSpc>
            </a:pPr>
            <a:r>
              <a:rPr lang="en-GB" sz="1500" b="0" strike="noStrike" spc="-1">
                <a:solidFill>
                  <a:srgbClr val="B3B9B9"/>
                </a:solidFill>
                <a:latin typeface="Arial"/>
              </a:rPr>
              <a:t>PRE 7COM1079-2022  Student Group No:  ?????</a:t>
            </a:r>
            <a:endParaRPr lang="en-US" sz="1500" b="0" strike="noStrike" spc="-1">
              <a:latin typeface="Times New Roman"/>
            </a:endParaRPr>
          </a:p>
        </p:txBody>
      </p:sp>
      <p:sp>
        <p:nvSpPr>
          <p:cNvPr id="136" name="TextShape 2">
            <a:extLst>
              <a:ext uri="{FF2B5EF4-FFF2-40B4-BE49-F238E27FC236}">
                <a16:creationId xmlns:a16="http://schemas.microsoft.com/office/drawing/2014/main" id="{53504660-2DAF-73FC-4AD1-76FA529A8306}"/>
              </a:ext>
            </a:extLst>
          </p:cNvPr>
          <p:cNvSpPr txBox="1"/>
          <p:nvPr/>
        </p:nvSpPr>
        <p:spPr>
          <a:xfrm>
            <a:off x="10616400" y="790920"/>
            <a:ext cx="622440" cy="230400"/>
          </a:xfrm>
          <a:prstGeom prst="rect">
            <a:avLst/>
          </a:prstGeom>
          <a:noFill/>
          <a:ln>
            <a:noFill/>
          </a:ln>
        </p:spPr>
        <p:txBody>
          <a:bodyPr lIns="0" tIns="0" rIns="0" bIns="0">
            <a:noAutofit/>
          </a:bodyPr>
          <a:lstStyle/>
          <a:p>
            <a:pPr algn="r">
              <a:lnSpc>
                <a:spcPct val="100000"/>
              </a:lnSpc>
            </a:pPr>
            <a:fld id="{ADC5D68A-648F-4923-B6A1-749DE04AEFFA}" type="slidenum">
              <a:rPr lang="en-GB" sz="1500" b="1" strike="noStrike" spc="-1">
                <a:solidFill>
                  <a:srgbClr val="B3B9B9"/>
                </a:solidFill>
                <a:latin typeface="Arial"/>
              </a:rPr>
              <a:t>9</a:t>
            </a:fld>
            <a:endParaRPr lang="en-US" sz="1500" b="0" strike="noStrike" spc="-1">
              <a:latin typeface="Times New Roman"/>
            </a:endParaRPr>
          </a:p>
        </p:txBody>
      </p:sp>
      <p:sp>
        <p:nvSpPr>
          <p:cNvPr id="137" name="TextShape 3">
            <a:extLst>
              <a:ext uri="{FF2B5EF4-FFF2-40B4-BE49-F238E27FC236}">
                <a16:creationId xmlns:a16="http://schemas.microsoft.com/office/drawing/2014/main" id="{F8EDF89E-9743-78B1-213F-955C64082B96}"/>
              </a:ext>
            </a:extLst>
          </p:cNvPr>
          <p:cNvSpPr txBox="1"/>
          <p:nvPr/>
        </p:nvSpPr>
        <p:spPr>
          <a:xfrm>
            <a:off x="813967" y="353520"/>
            <a:ext cx="10815527" cy="667800"/>
          </a:xfrm>
          <a:prstGeom prst="rect">
            <a:avLst/>
          </a:prstGeom>
          <a:solidFill>
            <a:srgbClr val="FFFFFF"/>
          </a:solidFill>
          <a:ln>
            <a:noFill/>
          </a:ln>
        </p:spPr>
        <p:txBody>
          <a:bodyPr lIns="0" tIns="0" rIns="0" bIns="0">
            <a:noAutofit/>
          </a:bodyPr>
          <a:lstStyle/>
          <a:p>
            <a:pPr>
              <a:lnSpc>
                <a:spcPct val="100000"/>
              </a:lnSpc>
              <a:spcAft>
                <a:spcPts val="992"/>
              </a:spcAft>
              <a:tabLst>
                <a:tab pos="0" algn="l"/>
              </a:tabLst>
            </a:pPr>
            <a:r>
              <a:rPr lang="en-GB" sz="3600" b="1" strike="noStrike" spc="-100" dirty="0">
                <a:solidFill>
                  <a:srgbClr val="203232"/>
                </a:solidFill>
                <a:latin typeface="Arial"/>
              </a:rPr>
              <a:t>R Script and Results  (For ALL types of test) – The Analysis</a:t>
            </a:r>
            <a:endParaRPr lang="en-US" sz="3600" b="1" strike="noStrike" spc="-1" dirty="0">
              <a:latin typeface="Arial"/>
            </a:endParaRPr>
          </a:p>
          <a:p>
            <a:pPr>
              <a:lnSpc>
                <a:spcPct val="100000"/>
              </a:lnSpc>
              <a:spcAft>
                <a:spcPts val="992"/>
              </a:spcAft>
              <a:tabLst>
                <a:tab pos="0" algn="l"/>
              </a:tabLst>
            </a:pPr>
            <a:endParaRPr lang="en-US" sz="2400" b="0" strike="noStrike" spc="-1" dirty="0">
              <a:latin typeface="Arial"/>
            </a:endParaRPr>
          </a:p>
        </p:txBody>
      </p:sp>
      <p:sp>
        <p:nvSpPr>
          <p:cNvPr id="4" name="TextBox 3">
            <a:extLst>
              <a:ext uri="{FF2B5EF4-FFF2-40B4-BE49-F238E27FC236}">
                <a16:creationId xmlns:a16="http://schemas.microsoft.com/office/drawing/2014/main" id="{64AD5CC1-42F8-5544-731D-4549AC98D983}"/>
              </a:ext>
            </a:extLst>
          </p:cNvPr>
          <p:cNvSpPr txBox="1"/>
          <p:nvPr/>
        </p:nvSpPr>
        <p:spPr>
          <a:xfrm>
            <a:off x="483507" y="1624674"/>
            <a:ext cx="11476446" cy="3785652"/>
          </a:xfrm>
          <a:prstGeom prst="rect">
            <a:avLst/>
          </a:prstGeom>
          <a:noFill/>
        </p:spPr>
        <p:txBody>
          <a:bodyPr wrap="square">
            <a:spAutoFit/>
          </a:bodyPr>
          <a:lstStyle/>
          <a:p>
            <a:pPr marL="285750" indent="-285750">
              <a:buFont typeface="Arial" panose="020B0604020202020204" pitchFamily="34" charset="0"/>
              <a:buChar char="•"/>
            </a:pPr>
            <a:r>
              <a:rPr lang="en-US" sz="2400" dirty="0">
                <a:solidFill>
                  <a:srgbClr val="203232"/>
                </a:solidFill>
                <a:cs typeface="Times New Roman" panose="02020603050405020304" pitchFamily="18" charset="0"/>
              </a:rPr>
              <a:t>Give the value of the test statistic. </a:t>
            </a:r>
          </a:p>
          <a:p>
            <a:pPr algn="just"/>
            <a:r>
              <a:rPr lang="en-US" sz="2400" dirty="0">
                <a:solidFill>
                  <a:srgbClr val="FF0000"/>
                </a:solidFill>
              </a:rPr>
              <a:t>The analysis produced two test statistics because the data did not meet normality assumptions, requiring non-parametric correlation tests. The Spearman's rank correlation coefficient equals 0.276, and the Kendall's tau coefficient equals 0.190. Both values indicate a positive relationship between movie budget and IMDb rating.</a:t>
            </a:r>
          </a:p>
          <a:p>
            <a:pPr algn="just"/>
            <a:endParaRPr lang="en-US" sz="2400" dirty="0">
              <a:solidFill>
                <a:srgbClr val="FF0000"/>
              </a:solidFill>
              <a:cs typeface="Times New Roman" panose="02020603050405020304" pitchFamily="18" charset="0"/>
            </a:endParaRPr>
          </a:p>
          <a:p>
            <a:pPr marL="457200" indent="-457200">
              <a:buFont typeface="Arial" panose="020B0604020202020204" pitchFamily="34" charset="0"/>
              <a:buChar char="•"/>
            </a:pPr>
            <a:r>
              <a:rPr lang="en-US" sz="2400" dirty="0">
                <a:solidFill>
                  <a:srgbClr val="203232"/>
                </a:solidFill>
              </a:rPr>
              <a:t>Tell us the p-value.  Is the p-value &gt; or &lt; 0.05?</a:t>
            </a:r>
          </a:p>
          <a:p>
            <a:pPr algn="just"/>
            <a:r>
              <a:rPr lang="en-US" sz="2400" dirty="0">
                <a:solidFill>
                  <a:srgbClr val="FF0000"/>
                </a:solidFill>
              </a:rPr>
              <a:t>The p-values for both tests are less than 0.001, which falls substantially below the standard significance threshold of 0.05. This indicates that the probability of observing such correlations by chance alone is essentially zero.</a:t>
            </a:r>
            <a:endParaRPr lang="en-US" sz="2400" dirty="0">
              <a:solidFill>
                <a:srgbClr val="FF0000"/>
              </a:solidFill>
              <a:cs typeface="Times New Roman" panose="02020603050405020304" pitchFamily="18" charset="0"/>
            </a:endParaRPr>
          </a:p>
        </p:txBody>
      </p:sp>
    </p:spTree>
    <p:extLst>
      <p:ext uri="{BB962C8B-B14F-4D97-AF65-F5344CB8AC3E}">
        <p14:creationId xmlns:p14="http://schemas.microsoft.com/office/powerpoint/2010/main" val="319413878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4F2150-52B7-EFE1-ED09-7CC012C5EAFF}"/>
            </a:ext>
          </a:extLst>
        </p:cNvPr>
        <p:cNvGrpSpPr/>
        <p:nvPr/>
      </p:nvGrpSpPr>
      <p:grpSpPr>
        <a:xfrm>
          <a:off x="0" y="0"/>
          <a:ext cx="0" cy="0"/>
          <a:chOff x="0" y="0"/>
          <a:chExt cx="0" cy="0"/>
        </a:xfrm>
      </p:grpSpPr>
      <p:sp>
        <p:nvSpPr>
          <p:cNvPr id="135" name="TextShape 1">
            <a:extLst>
              <a:ext uri="{FF2B5EF4-FFF2-40B4-BE49-F238E27FC236}">
                <a16:creationId xmlns:a16="http://schemas.microsoft.com/office/drawing/2014/main" id="{FE4FB82A-AA3E-0436-63A8-DB9E44A869A3}"/>
              </a:ext>
            </a:extLst>
          </p:cNvPr>
          <p:cNvSpPr txBox="1"/>
          <p:nvPr/>
        </p:nvSpPr>
        <p:spPr>
          <a:xfrm>
            <a:off x="965160" y="790920"/>
            <a:ext cx="7176600" cy="230400"/>
          </a:xfrm>
          <a:prstGeom prst="rect">
            <a:avLst/>
          </a:prstGeom>
          <a:noFill/>
          <a:ln>
            <a:noFill/>
          </a:ln>
        </p:spPr>
        <p:txBody>
          <a:bodyPr lIns="0" tIns="0" rIns="0" bIns="0">
            <a:noAutofit/>
          </a:bodyPr>
          <a:lstStyle/>
          <a:p>
            <a:pPr>
              <a:lnSpc>
                <a:spcPct val="100000"/>
              </a:lnSpc>
            </a:pPr>
            <a:r>
              <a:rPr lang="en-GB" sz="1500" b="0" strike="noStrike" spc="-1">
                <a:solidFill>
                  <a:srgbClr val="B3B9B9"/>
                </a:solidFill>
                <a:latin typeface="Arial"/>
              </a:rPr>
              <a:t>PRE 7COM1079-2022  Student Group No:  ?????</a:t>
            </a:r>
            <a:endParaRPr lang="en-US" sz="1500" b="0" strike="noStrike" spc="-1">
              <a:latin typeface="Times New Roman"/>
            </a:endParaRPr>
          </a:p>
        </p:txBody>
      </p:sp>
      <p:sp>
        <p:nvSpPr>
          <p:cNvPr id="136" name="TextShape 2">
            <a:extLst>
              <a:ext uri="{FF2B5EF4-FFF2-40B4-BE49-F238E27FC236}">
                <a16:creationId xmlns:a16="http://schemas.microsoft.com/office/drawing/2014/main" id="{5CDFCDB4-5A46-0CCD-A93F-65612875EE6C}"/>
              </a:ext>
            </a:extLst>
          </p:cNvPr>
          <p:cNvSpPr txBox="1"/>
          <p:nvPr/>
        </p:nvSpPr>
        <p:spPr>
          <a:xfrm>
            <a:off x="10616400" y="790920"/>
            <a:ext cx="622440" cy="230400"/>
          </a:xfrm>
          <a:prstGeom prst="rect">
            <a:avLst/>
          </a:prstGeom>
          <a:noFill/>
          <a:ln>
            <a:noFill/>
          </a:ln>
        </p:spPr>
        <p:txBody>
          <a:bodyPr lIns="0" tIns="0" rIns="0" bIns="0">
            <a:noAutofit/>
          </a:bodyPr>
          <a:lstStyle/>
          <a:p>
            <a:pPr algn="r">
              <a:lnSpc>
                <a:spcPct val="100000"/>
              </a:lnSpc>
            </a:pPr>
            <a:fld id="{ADC5D68A-648F-4923-B6A1-749DE04AEFFA}" type="slidenum">
              <a:rPr lang="en-GB" sz="1500" b="1" strike="noStrike" spc="-1">
                <a:solidFill>
                  <a:srgbClr val="B3B9B9"/>
                </a:solidFill>
                <a:latin typeface="Arial"/>
              </a:rPr>
              <a:t>10</a:t>
            </a:fld>
            <a:endParaRPr lang="en-US" sz="1500" b="0" strike="noStrike" spc="-1">
              <a:latin typeface="Times New Roman"/>
            </a:endParaRPr>
          </a:p>
        </p:txBody>
      </p:sp>
      <p:sp>
        <p:nvSpPr>
          <p:cNvPr id="137" name="TextShape 3">
            <a:extLst>
              <a:ext uri="{FF2B5EF4-FFF2-40B4-BE49-F238E27FC236}">
                <a16:creationId xmlns:a16="http://schemas.microsoft.com/office/drawing/2014/main" id="{27970A91-599F-E94B-5C64-EDD556A8D242}"/>
              </a:ext>
            </a:extLst>
          </p:cNvPr>
          <p:cNvSpPr txBox="1"/>
          <p:nvPr/>
        </p:nvSpPr>
        <p:spPr>
          <a:xfrm>
            <a:off x="952919" y="385588"/>
            <a:ext cx="10815527" cy="667800"/>
          </a:xfrm>
          <a:prstGeom prst="rect">
            <a:avLst/>
          </a:prstGeom>
          <a:solidFill>
            <a:srgbClr val="FFFFFF"/>
          </a:solidFill>
          <a:ln>
            <a:noFill/>
          </a:ln>
        </p:spPr>
        <p:txBody>
          <a:bodyPr lIns="0" tIns="0" rIns="0" bIns="0">
            <a:noAutofit/>
          </a:bodyPr>
          <a:lstStyle/>
          <a:p>
            <a:pPr>
              <a:lnSpc>
                <a:spcPct val="100000"/>
              </a:lnSpc>
              <a:spcAft>
                <a:spcPts val="992"/>
              </a:spcAft>
              <a:tabLst>
                <a:tab pos="0" algn="l"/>
              </a:tabLst>
            </a:pPr>
            <a:r>
              <a:rPr lang="en-GB" sz="3600" b="1" strike="noStrike" spc="-100">
                <a:solidFill>
                  <a:srgbClr val="203232"/>
                </a:solidFill>
                <a:latin typeface="Arial"/>
              </a:rPr>
              <a:t>R Script and Results  (For ALL types of test) – The Analysis</a:t>
            </a:r>
            <a:endParaRPr lang="en-US" sz="3600" b="1" strike="noStrike" spc="-1">
              <a:latin typeface="Arial"/>
            </a:endParaRPr>
          </a:p>
          <a:p>
            <a:pPr>
              <a:lnSpc>
                <a:spcPct val="100000"/>
              </a:lnSpc>
              <a:spcAft>
                <a:spcPts val="992"/>
              </a:spcAft>
              <a:tabLst>
                <a:tab pos="0" algn="l"/>
              </a:tabLst>
            </a:pPr>
            <a:endParaRPr lang="en-US" sz="2400" b="0" strike="noStrike" spc="-1">
              <a:latin typeface="Arial"/>
            </a:endParaRPr>
          </a:p>
        </p:txBody>
      </p:sp>
      <p:sp>
        <p:nvSpPr>
          <p:cNvPr id="2" name="TextBox 1">
            <a:extLst>
              <a:ext uri="{FF2B5EF4-FFF2-40B4-BE49-F238E27FC236}">
                <a16:creationId xmlns:a16="http://schemas.microsoft.com/office/drawing/2014/main" id="{493354E7-D996-7114-A362-40A5FB929ADE}"/>
              </a:ext>
            </a:extLst>
          </p:cNvPr>
          <p:cNvSpPr txBox="1"/>
          <p:nvPr/>
        </p:nvSpPr>
        <p:spPr>
          <a:xfrm>
            <a:off x="562506" y="1426652"/>
            <a:ext cx="11066988" cy="4955203"/>
          </a:xfrm>
          <a:prstGeom prst="rect">
            <a:avLst/>
          </a:prstGeom>
          <a:solidFill>
            <a:schemeClr val="bg1"/>
          </a:solidFill>
        </p:spPr>
        <p:txBody>
          <a:bodyPr wrap="square" rtlCol="0">
            <a:spAutoFit/>
          </a:bodyPr>
          <a:lstStyle/>
          <a:p>
            <a:pPr marL="285750" indent="-285750">
              <a:buFont typeface="Arial" panose="020B0604020202020204" pitchFamily="34" charset="0"/>
              <a:buChar char="•"/>
            </a:pPr>
            <a:r>
              <a:rPr lang="en-US" sz="3600" b="0" strike="noStrike" spc="-202" dirty="0">
                <a:solidFill>
                  <a:srgbClr val="203232"/>
                </a:solidFill>
                <a:latin typeface="Arial"/>
              </a:rPr>
              <a:t>Is the result significant?</a:t>
            </a:r>
          </a:p>
          <a:p>
            <a:pPr algn="just"/>
            <a:r>
              <a:rPr lang="en-US" sz="2400" dirty="0">
                <a:solidFill>
                  <a:srgbClr val="FF0000"/>
                </a:solidFill>
              </a:rPr>
              <a:t>Yes, the results are statistically significant. When p-values fall below 0.05, we conclude that the observed pattern is unlikely to have occurred due to random variation in the data. These p-values are far below this threshold, providing strong statistical evidence of a genuine relationship.</a:t>
            </a:r>
          </a:p>
          <a:p>
            <a:pPr algn="just"/>
            <a:endParaRPr lang="en-US" sz="3600" b="0" strike="noStrike" spc="-202" dirty="0">
              <a:solidFill>
                <a:srgbClr val="203232"/>
              </a:solidFill>
              <a:latin typeface="Arial"/>
            </a:endParaRPr>
          </a:p>
          <a:p>
            <a:pPr marL="285750" indent="-285750">
              <a:buFont typeface="Arial" panose="020B0604020202020204" pitchFamily="34" charset="0"/>
              <a:buChar char="•"/>
            </a:pPr>
            <a:r>
              <a:rPr lang="en-US" sz="2800" b="0" strike="noStrike" spc="-202" dirty="0">
                <a:solidFill>
                  <a:srgbClr val="203232"/>
                </a:solidFill>
                <a:latin typeface="Arial"/>
              </a:rPr>
              <a:t>Do you ‘</a:t>
            </a:r>
            <a:r>
              <a:rPr lang="en-US" sz="2800" spc="-202" dirty="0">
                <a:solidFill>
                  <a:srgbClr val="203232"/>
                </a:solidFill>
                <a:latin typeface="Arial"/>
              </a:rPr>
              <a:t>fail to reject the null hypothesis’</a:t>
            </a:r>
            <a:r>
              <a:rPr lang="en-US" sz="2800" b="0" strike="noStrike" spc="-202" dirty="0">
                <a:solidFill>
                  <a:srgbClr val="203232"/>
                </a:solidFill>
                <a:latin typeface="Arial"/>
              </a:rPr>
              <a:t> or ‘reject the null hypothesis’?</a:t>
            </a:r>
          </a:p>
          <a:p>
            <a:pPr algn="just"/>
            <a:r>
              <a:rPr lang="en-US" sz="2400" dirty="0">
                <a:solidFill>
                  <a:srgbClr val="FF0000"/>
                </a:solidFill>
              </a:rPr>
              <a:t>Reject the null hypothesis. In correlation analysis, the null hypothesis states that no relationship exists between the variables, meaning the true population correlation equals zero. The extremely low p-values provide sufficient evidence to reject this null hypothesis and conclude that a non-zero correlation exists between movie budget and IMDb rating.</a:t>
            </a:r>
            <a:endParaRPr lang="en-US" sz="3600" b="0" strike="noStrike" spc="-202" dirty="0">
              <a:solidFill>
                <a:srgbClr val="FF0000"/>
              </a:solidFill>
              <a:latin typeface="Arial"/>
            </a:endParaRPr>
          </a:p>
        </p:txBody>
      </p:sp>
    </p:spTree>
    <p:extLst>
      <p:ext uri="{BB962C8B-B14F-4D97-AF65-F5344CB8AC3E}">
        <p14:creationId xmlns:p14="http://schemas.microsoft.com/office/powerpoint/2010/main" val="92559840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A93A0D-4625-E988-D879-3CD640456FB7}"/>
            </a:ext>
          </a:extLst>
        </p:cNvPr>
        <p:cNvGrpSpPr/>
        <p:nvPr/>
      </p:nvGrpSpPr>
      <p:grpSpPr>
        <a:xfrm>
          <a:off x="0" y="0"/>
          <a:ext cx="0" cy="0"/>
          <a:chOff x="0" y="0"/>
          <a:chExt cx="0" cy="0"/>
        </a:xfrm>
      </p:grpSpPr>
      <p:sp>
        <p:nvSpPr>
          <p:cNvPr id="135" name="TextShape 1">
            <a:extLst>
              <a:ext uri="{FF2B5EF4-FFF2-40B4-BE49-F238E27FC236}">
                <a16:creationId xmlns:a16="http://schemas.microsoft.com/office/drawing/2014/main" id="{4243869F-587C-262C-90BC-2EB5910610DE}"/>
              </a:ext>
            </a:extLst>
          </p:cNvPr>
          <p:cNvSpPr txBox="1"/>
          <p:nvPr/>
        </p:nvSpPr>
        <p:spPr>
          <a:xfrm>
            <a:off x="965160" y="790920"/>
            <a:ext cx="7176600" cy="230400"/>
          </a:xfrm>
          <a:prstGeom prst="rect">
            <a:avLst/>
          </a:prstGeom>
          <a:noFill/>
          <a:ln>
            <a:noFill/>
          </a:ln>
        </p:spPr>
        <p:txBody>
          <a:bodyPr lIns="0" tIns="0" rIns="0" bIns="0">
            <a:noAutofit/>
          </a:bodyPr>
          <a:lstStyle/>
          <a:p>
            <a:pPr>
              <a:lnSpc>
                <a:spcPct val="100000"/>
              </a:lnSpc>
            </a:pPr>
            <a:r>
              <a:rPr lang="en-GB" sz="1500" b="0" strike="noStrike" spc="-1">
                <a:solidFill>
                  <a:srgbClr val="B3B9B9"/>
                </a:solidFill>
                <a:latin typeface="Arial"/>
              </a:rPr>
              <a:t>PRE 7COM1079-2022  Student Group No:  ?????</a:t>
            </a:r>
            <a:endParaRPr lang="en-US" sz="1500" b="0" strike="noStrike" spc="-1">
              <a:latin typeface="Times New Roman"/>
            </a:endParaRPr>
          </a:p>
        </p:txBody>
      </p:sp>
      <p:sp>
        <p:nvSpPr>
          <p:cNvPr id="136" name="TextShape 2">
            <a:extLst>
              <a:ext uri="{FF2B5EF4-FFF2-40B4-BE49-F238E27FC236}">
                <a16:creationId xmlns:a16="http://schemas.microsoft.com/office/drawing/2014/main" id="{E1948B2E-7625-FA9B-0D3E-A2B414054C32}"/>
              </a:ext>
            </a:extLst>
          </p:cNvPr>
          <p:cNvSpPr txBox="1"/>
          <p:nvPr/>
        </p:nvSpPr>
        <p:spPr>
          <a:xfrm>
            <a:off x="10616400" y="790920"/>
            <a:ext cx="622440" cy="230400"/>
          </a:xfrm>
          <a:prstGeom prst="rect">
            <a:avLst/>
          </a:prstGeom>
          <a:noFill/>
          <a:ln>
            <a:noFill/>
          </a:ln>
        </p:spPr>
        <p:txBody>
          <a:bodyPr lIns="0" tIns="0" rIns="0" bIns="0">
            <a:noAutofit/>
          </a:bodyPr>
          <a:lstStyle/>
          <a:p>
            <a:pPr algn="r">
              <a:lnSpc>
                <a:spcPct val="100000"/>
              </a:lnSpc>
            </a:pPr>
            <a:fld id="{ADC5D68A-648F-4923-B6A1-749DE04AEFFA}" type="slidenum">
              <a:rPr lang="en-GB" sz="1500" b="1" strike="noStrike" spc="-1">
                <a:solidFill>
                  <a:srgbClr val="B3B9B9"/>
                </a:solidFill>
                <a:latin typeface="Arial"/>
              </a:rPr>
              <a:t>11</a:t>
            </a:fld>
            <a:endParaRPr lang="en-US" sz="1500" b="0" strike="noStrike" spc="-1">
              <a:latin typeface="Times New Roman"/>
            </a:endParaRPr>
          </a:p>
        </p:txBody>
      </p:sp>
      <p:sp>
        <p:nvSpPr>
          <p:cNvPr id="137" name="TextShape 3">
            <a:extLst>
              <a:ext uri="{FF2B5EF4-FFF2-40B4-BE49-F238E27FC236}">
                <a16:creationId xmlns:a16="http://schemas.microsoft.com/office/drawing/2014/main" id="{11BB535F-62B1-93E2-7781-1CAC4662716B}"/>
              </a:ext>
            </a:extLst>
          </p:cNvPr>
          <p:cNvSpPr txBox="1"/>
          <p:nvPr/>
        </p:nvSpPr>
        <p:spPr>
          <a:xfrm>
            <a:off x="952919" y="385588"/>
            <a:ext cx="10815527" cy="667800"/>
          </a:xfrm>
          <a:prstGeom prst="rect">
            <a:avLst/>
          </a:prstGeom>
          <a:solidFill>
            <a:srgbClr val="FFFFFF"/>
          </a:solidFill>
          <a:ln>
            <a:noFill/>
          </a:ln>
        </p:spPr>
        <p:txBody>
          <a:bodyPr lIns="0" tIns="0" rIns="0" bIns="0">
            <a:noAutofit/>
          </a:bodyPr>
          <a:lstStyle/>
          <a:p>
            <a:pPr>
              <a:lnSpc>
                <a:spcPct val="100000"/>
              </a:lnSpc>
              <a:spcAft>
                <a:spcPts val="992"/>
              </a:spcAft>
              <a:tabLst>
                <a:tab pos="0" algn="l"/>
              </a:tabLst>
            </a:pPr>
            <a:r>
              <a:rPr lang="en-GB" sz="3600" b="1" strike="noStrike" spc="-100">
                <a:solidFill>
                  <a:srgbClr val="203232"/>
                </a:solidFill>
                <a:latin typeface="Arial"/>
              </a:rPr>
              <a:t>R Script and Results  (For ALL types of test) – The Analysis</a:t>
            </a:r>
            <a:endParaRPr lang="en-US" sz="3600" b="1" strike="noStrike" spc="-1">
              <a:latin typeface="Arial"/>
            </a:endParaRPr>
          </a:p>
          <a:p>
            <a:pPr>
              <a:lnSpc>
                <a:spcPct val="100000"/>
              </a:lnSpc>
              <a:spcAft>
                <a:spcPts val="992"/>
              </a:spcAft>
              <a:tabLst>
                <a:tab pos="0" algn="l"/>
              </a:tabLst>
            </a:pPr>
            <a:endParaRPr lang="en-US" sz="2400" b="0" strike="noStrike" spc="-1">
              <a:latin typeface="Arial"/>
            </a:endParaRPr>
          </a:p>
        </p:txBody>
      </p:sp>
      <p:sp>
        <p:nvSpPr>
          <p:cNvPr id="2" name="TextBox 1">
            <a:extLst>
              <a:ext uri="{FF2B5EF4-FFF2-40B4-BE49-F238E27FC236}">
                <a16:creationId xmlns:a16="http://schemas.microsoft.com/office/drawing/2014/main" id="{4456288F-6C71-CE13-7A93-1AC6B77A79F7}"/>
              </a:ext>
            </a:extLst>
          </p:cNvPr>
          <p:cNvSpPr txBox="1"/>
          <p:nvPr/>
        </p:nvSpPr>
        <p:spPr>
          <a:xfrm>
            <a:off x="562506" y="1426652"/>
            <a:ext cx="11066988" cy="5139869"/>
          </a:xfrm>
          <a:prstGeom prst="rect">
            <a:avLst/>
          </a:prstGeom>
          <a:solidFill>
            <a:schemeClr val="bg1"/>
          </a:solidFill>
        </p:spPr>
        <p:txBody>
          <a:bodyPr wrap="square" rtlCol="0">
            <a:spAutoFit/>
          </a:bodyPr>
          <a:lstStyle/>
          <a:p>
            <a:pPr marL="285750" indent="-285750">
              <a:buFont typeface="Arial" panose="020B0604020202020204" pitchFamily="34" charset="0"/>
              <a:buChar char="•"/>
            </a:pPr>
            <a:r>
              <a:rPr lang="en-US" sz="2800" spc="-202" dirty="0">
                <a:solidFill>
                  <a:srgbClr val="203232"/>
                </a:solidFill>
                <a:latin typeface="Arial"/>
              </a:rPr>
              <a:t>What does the result actually mean in the wider context of learning something useful / answering  RQ?</a:t>
            </a:r>
          </a:p>
          <a:p>
            <a:pPr algn="just"/>
            <a:r>
              <a:rPr lang="en-US" sz="1600" dirty="0">
                <a:solidFill>
                  <a:srgbClr val="FF0000"/>
                </a:solidFill>
              </a:rPr>
              <a:t>While the relationship is statistically significant, the practical significance requires careful interpretation. The weak positive correlation indicates that higher-budget films do tend to receive slightly higher IMDb ratings on average, but this effect is modest. Budget explains only approximately seven to eight percent of the variation in movie ratings, suggesting that financial investment plays a minor role compared to other factors in determining film quality as perceived by audiences.</a:t>
            </a:r>
          </a:p>
          <a:p>
            <a:pPr algn="just"/>
            <a:endParaRPr lang="en-US" sz="1600" dirty="0">
              <a:solidFill>
                <a:srgbClr val="FF0000"/>
              </a:solidFill>
            </a:endParaRPr>
          </a:p>
          <a:p>
            <a:pPr algn="just"/>
            <a:r>
              <a:rPr lang="en-US" sz="1600" dirty="0">
                <a:solidFill>
                  <a:srgbClr val="FF0000"/>
                </a:solidFill>
              </a:rPr>
              <a:t>This finding confirms that budget has a measurable but limited influence on ratings. For decision-makers in the film industry, this result suggests that simply increasing production budgets does not guarantee improved audience reception. Excellence in filmmaking depends far more heavily on creative execution, storytelling quality, direction, performances, and other elements that cannot be directly purchased with higher budgets. The data reveals that many low-budget films achieve excellent ratings while numerous expensive productions receive poor audience scores, demonstrating that financial resources represent just one factor among many more influential determinants of film success.</a:t>
            </a:r>
          </a:p>
          <a:p>
            <a:pPr algn="just"/>
            <a:endParaRPr lang="en-US" sz="1600" dirty="0">
              <a:solidFill>
                <a:srgbClr val="FF0000"/>
              </a:solidFill>
            </a:endParaRPr>
          </a:p>
          <a:p>
            <a:pPr algn="just"/>
            <a:r>
              <a:rPr lang="en-US" sz="1600" dirty="0">
                <a:solidFill>
                  <a:srgbClr val="FF0000"/>
                </a:solidFill>
              </a:rPr>
              <a:t>The analysis was conducted on 12,860 movies released between 2002 and 2019 with budgets at or below fifty million dollars and complete budget and rating information. This focused subset allows for meaningful comparison within a specific segment of the film industry, though the findings may not generalize to blockbuster productions or films outside this timeframe.</a:t>
            </a:r>
          </a:p>
        </p:txBody>
      </p:sp>
    </p:spTree>
    <p:extLst>
      <p:ext uri="{BB962C8B-B14F-4D97-AF65-F5344CB8AC3E}">
        <p14:creationId xmlns:p14="http://schemas.microsoft.com/office/powerpoint/2010/main" val="1755556747"/>
      </p:ext>
    </p:extLst>
  </p:cSld>
  <p:clrMapOvr>
    <a:masterClrMapping/>
  </p:clrMapOvr>
</p:sld>
</file>

<file path=ppt/theme/theme1.xml><?xml version="1.0" encoding="utf-8"?>
<a:theme xmlns:a="http://schemas.openxmlformats.org/drawingml/2006/main" name="Herts Theme">
  <a:themeElements>
    <a:clrScheme name="Custom 2">
      <a:dk1>
        <a:srgbClr val="203232"/>
      </a:dk1>
      <a:lt1>
        <a:srgbClr val="FFFFFF"/>
      </a:lt1>
      <a:dk2>
        <a:srgbClr val="203232"/>
      </a:dk2>
      <a:lt2>
        <a:srgbClr val="FFFFFF"/>
      </a:lt2>
      <a:accent1>
        <a:srgbClr val="9C5FB5"/>
      </a:accent1>
      <a:accent2>
        <a:srgbClr val="00B9E4"/>
      </a:accent2>
      <a:accent3>
        <a:srgbClr val="F53F5B"/>
      </a:accent3>
      <a:accent4>
        <a:srgbClr val="0073CF"/>
      </a:accent4>
      <a:accent5>
        <a:srgbClr val="45B382"/>
      </a:accent5>
      <a:accent6>
        <a:srgbClr val="FFCF20"/>
      </a:accent6>
      <a:hlink>
        <a:srgbClr val="0073CF"/>
      </a:hlink>
      <a:folHlink>
        <a:srgbClr val="9C5FB5"/>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26DBA85F447B164191BB36C258697B67" ma:contentTypeVersion="14" ma:contentTypeDescription="Create a new document." ma:contentTypeScope="" ma:versionID="ea511d05ca7f895fe9556935b5c9af34">
  <xsd:schema xmlns:xsd="http://www.w3.org/2001/XMLSchema" xmlns:xs="http://www.w3.org/2001/XMLSchema" xmlns:p="http://schemas.microsoft.com/office/2006/metadata/properties" xmlns:ns2="4ad138b4-2b68-4b70-945d-07f8f18b1c9a" xmlns:ns3="3c474641-ec36-472f-b125-6b1b0910eaa4" targetNamespace="http://schemas.microsoft.com/office/2006/metadata/properties" ma:root="true" ma:fieldsID="662270106d7a7e100bcac2c5f8d29899" ns2:_="" ns3:_="">
    <xsd:import namespace="4ad138b4-2b68-4b70-945d-07f8f18b1c9a"/>
    <xsd:import namespace="3c474641-ec36-472f-b125-6b1b0910eaa4"/>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Information" minOccurs="0"/>
                <xsd:element ref="ns2:MediaServiceAutoKeyPoints" minOccurs="0"/>
                <xsd:element ref="ns2:MediaServiceKeyPoints" minOccurs="0"/>
                <xsd:element ref="ns2:MediaServiceDateTaken" minOccurs="0"/>
                <xsd:element ref="ns2:MediaServiceAutoTags" minOccurs="0"/>
                <xsd:element ref="ns2:MediaServiceGenerationTime" minOccurs="0"/>
                <xsd:element ref="ns2:MediaServiceEventHashCode" minOccurs="0"/>
                <xsd:element ref="ns2:MediaServiceOCR" minOccurs="0"/>
                <xsd:element ref="ns2: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ad138b4-2b68-4b70-945d-07f8f18b1c9a"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Information" ma:index="12" nillable="true" ma:displayName="Information" ma:format="Dropdown" ma:internalName="Information">
      <xsd:simpleType>
        <xsd:restriction base="dms:Text">
          <xsd:maxLength value="255"/>
        </xsd:restriction>
      </xsd:simpleType>
    </xsd:element>
    <xsd:element name="MediaServiceAutoKeyPoints" ma:index="13" nillable="true" ma:displayName="MediaServiceAutoKeyPoints" ma:hidden="true" ma:internalName="MediaServiceAutoKeyPoints" ma:readOnly="true">
      <xsd:simpleType>
        <xsd:restriction base="dms:Note"/>
      </xsd:simpleType>
    </xsd:element>
    <xsd:element name="MediaServiceKeyPoints" ma:index="14" nillable="true" ma:displayName="KeyPoints" ma:internalName="MediaServiceKeyPoints" ma:readOnly="true">
      <xsd:simpleType>
        <xsd:restriction base="dms:Note">
          <xsd:maxLength value="255"/>
        </xsd:restriction>
      </xsd:simpleType>
    </xsd:element>
    <xsd:element name="MediaServiceDateTaken" ma:index="15" nillable="true" ma:displayName="MediaServiceDateTaken" ma:hidden="true" ma:internalName="MediaServiceDateTaken" ma:readOnly="true">
      <xsd:simpleType>
        <xsd:restriction base="dms:Text"/>
      </xsd:simpleType>
    </xsd:element>
    <xsd:element name="MediaServiceAutoTags" ma:index="16" nillable="true" ma:displayName="Tags" ma:internalName="MediaServiceAutoTags" ma:readOnly="true">
      <xsd:simpleType>
        <xsd:restriction base="dms:Text"/>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element name="MediaServiceOCR" ma:index="19" nillable="true" ma:displayName="Extracted Text" ma:internalName="MediaServiceOCR" ma:readOnly="true">
      <xsd:simpleType>
        <xsd:restriction base="dms:Note">
          <xsd:maxLength value="255"/>
        </xsd:restriction>
      </xsd:simpleType>
    </xsd:element>
    <xsd:element name="MediaServiceLocation" ma:index="20" nillable="true" ma:displayName="Location"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3c474641-ec36-472f-b125-6b1b0910eaa4"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Information xmlns="4ad138b4-2b68-4b70-945d-07f8f18b1c9a"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421B8C57-903D-4D0E-8336-7B512F760CD1}">
  <ds:schemaRefs>
    <ds:schemaRef ds:uri="3c474641-ec36-472f-b125-6b1b0910eaa4"/>
    <ds:schemaRef ds:uri="4ad138b4-2b68-4b70-945d-07f8f18b1c9a"/>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EDD1FC41-23C7-41B0-B5F9-BF4CD38AD2ED}">
  <ds:schemaRefs>
    <ds:schemaRef ds:uri="3c474641-ec36-472f-b125-6b1b0910eaa4"/>
    <ds:schemaRef ds:uri="4ad138b4-2b68-4b70-945d-07f8f18b1c9a"/>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3.xml><?xml version="1.0" encoding="utf-8"?>
<ds:datastoreItem xmlns:ds="http://schemas.openxmlformats.org/officeDocument/2006/customXml" ds:itemID="{91C521DD-2673-4EE6-BB9B-DC5C3320FFBB}">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539</TotalTime>
  <Words>1039</Words>
  <Application>Microsoft Office PowerPoint</Application>
  <PresentationFormat>Widescreen</PresentationFormat>
  <Paragraphs>103</Paragraphs>
  <Slides>11</Slides>
  <Notes>7</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11</vt:i4>
      </vt:variant>
    </vt:vector>
  </HeadingPairs>
  <TitlesOfParts>
    <vt:vector size="16" baseType="lpstr">
      <vt:lpstr>Aptos Narrow</vt:lpstr>
      <vt:lpstr>Arial</vt:lpstr>
      <vt:lpstr>Calibri</vt:lpstr>
      <vt:lpstr>Times New Roman</vt:lpstr>
      <vt:lpstr>Herts Theme</vt:lpstr>
      <vt:lpstr>Visualization and Analysis –  Tutorial Presentation for Feedback Date:  </vt:lpstr>
      <vt:lpstr>PowerPoint Presentation</vt:lpstr>
      <vt:lpstr>1. A scatterplot including the linear trendline        (ensuring your dependent variable is on the y-axis) 2. A histogram include the normal curve overlay. The histogram plots data from your dependent variable only.  Clearly labelled axes to including variable name and units of measurement. Included a title to give visualization a context.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Joanne Harwood</dc:creator>
  <cp:lastModifiedBy>bhavithra.sr@outlook.com</cp:lastModifiedBy>
  <cp:revision>15</cp:revision>
  <dcterms:created xsi:type="dcterms:W3CDTF">2019-10-01T08:37:56Z</dcterms:created>
  <dcterms:modified xsi:type="dcterms:W3CDTF">2025-12-06T22:08:03Z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0x01010026DBA85F447B164191BB36C258697B67</vt:lpwstr>
  </property>
</Properties>
</file>